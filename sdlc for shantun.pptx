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C51B8D-97AF-43E3-B19D-30E4832C5467}" v="57" dt="2026-03-22T18:06:1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66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a chaudhary" userId="be63c09f5f1d5059" providerId="LiveId" clId="{00CDFFB8-EA55-424B-9A06-960D224FAD94}"/>
    <pc:docChg chg="undo custSel addSld modSld">
      <pc:chgData name="pooja chaudhary" userId="be63c09f5f1d5059" providerId="LiveId" clId="{00CDFFB8-EA55-424B-9A06-960D224FAD94}" dt="2026-03-22T18:11:13.941" v="236" actId="207"/>
      <pc:docMkLst>
        <pc:docMk/>
      </pc:docMkLst>
      <pc:sldChg chg="modSp mod">
        <pc:chgData name="pooja chaudhary" userId="be63c09f5f1d5059" providerId="LiveId" clId="{00CDFFB8-EA55-424B-9A06-960D224FAD94}" dt="2026-03-22T17:23:05.789" v="152" actId="207"/>
        <pc:sldMkLst>
          <pc:docMk/>
          <pc:sldMk cId="3575787508" sldId="258"/>
        </pc:sldMkLst>
        <pc:spChg chg="mod">
          <ac:chgData name="pooja chaudhary" userId="be63c09f5f1d5059" providerId="LiveId" clId="{00CDFFB8-EA55-424B-9A06-960D224FAD94}" dt="2026-03-22T17:23:05.789" v="152" actId="207"/>
          <ac:spMkLst>
            <pc:docMk/>
            <pc:sldMk cId="3575787508" sldId="258"/>
            <ac:spMk id="4" creationId="{4C9D759E-83D7-459D-06C6-679765049D8C}"/>
          </ac:spMkLst>
        </pc:spChg>
      </pc:sldChg>
      <pc:sldChg chg="addSp modSp new mod">
        <pc:chgData name="pooja chaudhary" userId="be63c09f5f1d5059" providerId="LiveId" clId="{00CDFFB8-EA55-424B-9A06-960D224FAD94}" dt="2026-03-22T17:23:20.411" v="154" actId="207"/>
        <pc:sldMkLst>
          <pc:docMk/>
          <pc:sldMk cId="2049414249" sldId="259"/>
        </pc:sldMkLst>
        <pc:spChg chg="mod">
          <ac:chgData name="pooja chaudhary" userId="be63c09f5f1d5059" providerId="LiveId" clId="{00CDFFB8-EA55-424B-9A06-960D224FAD94}" dt="2026-03-22T12:35:32.634" v="1"/>
          <ac:spMkLst>
            <pc:docMk/>
            <pc:sldMk cId="2049414249" sldId="259"/>
            <ac:spMk id="2" creationId="{F0004982-A94F-3A8C-6767-98F72A5CCA5E}"/>
          </ac:spMkLst>
        </pc:spChg>
        <pc:spChg chg="mod">
          <ac:chgData name="pooja chaudhary" userId="be63c09f5f1d5059" providerId="LiveId" clId="{00CDFFB8-EA55-424B-9A06-960D224FAD94}" dt="2026-03-22T12:35:57.781" v="3" actId="14100"/>
          <ac:spMkLst>
            <pc:docMk/>
            <pc:sldMk cId="2049414249" sldId="259"/>
            <ac:spMk id="3" creationId="{2298B134-D767-29F1-7B29-E20EADF299C6}"/>
          </ac:spMkLst>
        </pc:spChg>
        <pc:spChg chg="add mod">
          <ac:chgData name="pooja chaudhary" userId="be63c09f5f1d5059" providerId="LiveId" clId="{00CDFFB8-EA55-424B-9A06-960D224FAD94}" dt="2026-03-22T17:23:20.411" v="154" actId="207"/>
          <ac:spMkLst>
            <pc:docMk/>
            <pc:sldMk cId="2049414249" sldId="259"/>
            <ac:spMk id="5" creationId="{124D50ED-8008-F314-41C1-048F1D025BCA}"/>
          </ac:spMkLst>
        </pc:spChg>
        <pc:picChg chg="add mod">
          <ac:chgData name="pooja chaudhary" userId="be63c09f5f1d5059" providerId="LiveId" clId="{00CDFFB8-EA55-424B-9A06-960D224FAD94}" dt="2026-03-22T12:42:15.643" v="61" actId="1076"/>
          <ac:picMkLst>
            <pc:docMk/>
            <pc:sldMk cId="2049414249" sldId="259"/>
            <ac:picMk id="7" creationId="{4F251D53-E49B-084B-B55D-A8B717844F65}"/>
          </ac:picMkLst>
        </pc:picChg>
      </pc:sldChg>
      <pc:sldChg chg="addSp delSp modSp new mod">
        <pc:chgData name="pooja chaudhary" userId="be63c09f5f1d5059" providerId="LiveId" clId="{00CDFFB8-EA55-424B-9A06-960D224FAD94}" dt="2026-03-22T17:23:12.928" v="153" actId="207"/>
        <pc:sldMkLst>
          <pc:docMk/>
          <pc:sldMk cId="898886389" sldId="260"/>
        </pc:sldMkLst>
        <pc:spChg chg="mod">
          <ac:chgData name="pooja chaudhary" userId="be63c09f5f1d5059" providerId="LiveId" clId="{00CDFFB8-EA55-424B-9A06-960D224FAD94}" dt="2026-03-22T12:38:09.877" v="17"/>
          <ac:spMkLst>
            <pc:docMk/>
            <pc:sldMk cId="898886389" sldId="260"/>
            <ac:spMk id="2" creationId="{6C21872F-567A-0AE4-DD9A-330F30314F57}"/>
          </ac:spMkLst>
        </pc:spChg>
        <pc:spChg chg="del">
          <ac:chgData name="pooja chaudhary" userId="be63c09f5f1d5059" providerId="LiveId" clId="{00CDFFB8-EA55-424B-9A06-960D224FAD94}" dt="2026-03-22T12:38:22.250" v="18"/>
          <ac:spMkLst>
            <pc:docMk/>
            <pc:sldMk cId="898886389" sldId="260"/>
            <ac:spMk id="3" creationId="{7C764D3C-7146-169C-2DB1-0359FAA3E10A}"/>
          </ac:spMkLst>
        </pc:spChg>
        <pc:spChg chg="add mod">
          <ac:chgData name="pooja chaudhary" userId="be63c09f5f1d5059" providerId="LiveId" clId="{00CDFFB8-EA55-424B-9A06-960D224FAD94}" dt="2026-03-22T12:40:10.772" v="46" actId="14100"/>
          <ac:spMkLst>
            <pc:docMk/>
            <pc:sldMk cId="898886389" sldId="260"/>
            <ac:spMk id="4" creationId="{4E2EF76A-42BC-66C5-646D-759F0BBB90A7}"/>
          </ac:spMkLst>
        </pc:spChg>
        <pc:spChg chg="add mod">
          <ac:chgData name="pooja chaudhary" userId="be63c09f5f1d5059" providerId="LiveId" clId="{00CDFFB8-EA55-424B-9A06-960D224FAD94}" dt="2026-03-22T17:23:12.928" v="153" actId="207"/>
          <ac:spMkLst>
            <pc:docMk/>
            <pc:sldMk cId="898886389" sldId="260"/>
            <ac:spMk id="6" creationId="{44BACB97-F76B-A1EC-CB41-5CAD81C17817}"/>
          </ac:spMkLst>
        </pc:spChg>
      </pc:sldChg>
      <pc:sldChg chg="addSp modSp new mod">
        <pc:chgData name="pooja chaudhary" userId="be63c09f5f1d5059" providerId="LiveId" clId="{00CDFFB8-EA55-424B-9A06-960D224FAD94}" dt="2026-03-22T17:23:26.125" v="155" actId="207"/>
        <pc:sldMkLst>
          <pc:docMk/>
          <pc:sldMk cId="3720413170" sldId="261"/>
        </pc:sldMkLst>
        <pc:spChg chg="mod">
          <ac:chgData name="pooja chaudhary" userId="be63c09f5f1d5059" providerId="LiveId" clId="{00CDFFB8-EA55-424B-9A06-960D224FAD94}" dt="2026-03-22T12:43:07.500" v="68"/>
          <ac:spMkLst>
            <pc:docMk/>
            <pc:sldMk cId="3720413170" sldId="261"/>
            <ac:spMk id="2" creationId="{7273E573-B8D1-0F39-EE63-11C3773120FD}"/>
          </ac:spMkLst>
        </pc:spChg>
        <pc:spChg chg="mod">
          <ac:chgData name="pooja chaudhary" userId="be63c09f5f1d5059" providerId="LiveId" clId="{00CDFFB8-EA55-424B-9A06-960D224FAD94}" dt="2026-03-22T12:43:34.328" v="73" actId="5793"/>
          <ac:spMkLst>
            <pc:docMk/>
            <pc:sldMk cId="3720413170" sldId="261"/>
            <ac:spMk id="3" creationId="{DED48B8E-CADA-8E1B-ED50-E6EE7D5F15FF}"/>
          </ac:spMkLst>
        </pc:spChg>
        <pc:spChg chg="add mod">
          <ac:chgData name="pooja chaudhary" userId="be63c09f5f1d5059" providerId="LiveId" clId="{00CDFFB8-EA55-424B-9A06-960D224FAD94}" dt="2026-03-22T17:23:26.125" v="155" actId="207"/>
          <ac:spMkLst>
            <pc:docMk/>
            <pc:sldMk cId="3720413170" sldId="261"/>
            <ac:spMk id="5" creationId="{A30767B2-FDF0-F9C2-928E-F3F64BD1FB35}"/>
          </ac:spMkLst>
        </pc:spChg>
      </pc:sldChg>
      <pc:sldChg chg="addSp modSp new mod">
        <pc:chgData name="pooja chaudhary" userId="be63c09f5f1d5059" providerId="LiveId" clId="{00CDFFB8-EA55-424B-9A06-960D224FAD94}" dt="2026-03-22T12:48:38.188" v="117" actId="1076"/>
        <pc:sldMkLst>
          <pc:docMk/>
          <pc:sldMk cId="3610653601" sldId="262"/>
        </pc:sldMkLst>
        <pc:spChg chg="mod">
          <ac:chgData name="pooja chaudhary" userId="be63c09f5f1d5059" providerId="LiveId" clId="{00CDFFB8-EA55-424B-9A06-960D224FAD94}" dt="2026-03-22T12:45:29.963" v="94"/>
          <ac:spMkLst>
            <pc:docMk/>
            <pc:sldMk cId="3610653601" sldId="262"/>
            <ac:spMk id="2" creationId="{885D38F9-71AB-D12D-87EC-23110EE63D27}"/>
          </ac:spMkLst>
        </pc:spChg>
        <pc:spChg chg="mod">
          <ac:chgData name="pooja chaudhary" userId="be63c09f5f1d5059" providerId="LiveId" clId="{00CDFFB8-EA55-424B-9A06-960D224FAD94}" dt="2026-03-22T12:45:45.853" v="97" actId="14100"/>
          <ac:spMkLst>
            <pc:docMk/>
            <pc:sldMk cId="3610653601" sldId="262"/>
            <ac:spMk id="3" creationId="{487FA692-C5E7-72CD-3A3D-21F1A1F6A7A0}"/>
          </ac:spMkLst>
        </pc:spChg>
        <pc:spChg chg="add mod">
          <ac:chgData name="pooja chaudhary" userId="be63c09f5f1d5059" providerId="LiveId" clId="{00CDFFB8-EA55-424B-9A06-960D224FAD94}" dt="2026-03-22T12:46:18.421" v="105" actId="1076"/>
          <ac:spMkLst>
            <pc:docMk/>
            <pc:sldMk cId="3610653601" sldId="262"/>
            <ac:spMk id="5" creationId="{E406194D-F95B-5542-2034-EC28505DF5CA}"/>
          </ac:spMkLst>
        </pc:spChg>
        <pc:picChg chg="add mod">
          <ac:chgData name="pooja chaudhary" userId="be63c09f5f1d5059" providerId="LiveId" clId="{00CDFFB8-EA55-424B-9A06-960D224FAD94}" dt="2026-03-22T12:48:38.188" v="117" actId="1076"/>
          <ac:picMkLst>
            <pc:docMk/>
            <pc:sldMk cId="3610653601" sldId="262"/>
            <ac:picMk id="7" creationId="{D5BD6D14-E647-95F0-B1DD-0AAD2E8C8CCA}"/>
          </ac:picMkLst>
        </pc:picChg>
      </pc:sldChg>
      <pc:sldChg chg="addSp delSp modSp new mod">
        <pc:chgData name="pooja chaudhary" userId="be63c09f5f1d5059" providerId="LiveId" clId="{00CDFFB8-EA55-424B-9A06-960D224FAD94}" dt="2026-03-22T17:23:31.798" v="156" actId="207"/>
        <pc:sldMkLst>
          <pc:docMk/>
          <pc:sldMk cId="3077875161" sldId="263"/>
        </pc:sldMkLst>
        <pc:spChg chg="mod">
          <ac:chgData name="pooja chaudhary" userId="be63c09f5f1d5059" providerId="LiveId" clId="{00CDFFB8-EA55-424B-9A06-960D224FAD94}" dt="2026-03-22T12:52:22.488" v="124" actId="122"/>
          <ac:spMkLst>
            <pc:docMk/>
            <pc:sldMk cId="3077875161" sldId="263"/>
            <ac:spMk id="2" creationId="{A3B6FC52-A6B0-654F-41FE-227238CFE77D}"/>
          </ac:spMkLst>
        </pc:spChg>
        <pc:spChg chg="del">
          <ac:chgData name="pooja chaudhary" userId="be63c09f5f1d5059" providerId="LiveId" clId="{00CDFFB8-EA55-424B-9A06-960D224FAD94}" dt="2026-03-22T12:47:30.558" v="108"/>
          <ac:spMkLst>
            <pc:docMk/>
            <pc:sldMk cId="3077875161" sldId="263"/>
            <ac:spMk id="3" creationId="{C23D6218-7640-E651-57FA-E9F82EC8D108}"/>
          </ac:spMkLst>
        </pc:spChg>
        <pc:spChg chg="add mod">
          <ac:chgData name="pooja chaudhary" userId="be63c09f5f1d5059" providerId="LiveId" clId="{00CDFFB8-EA55-424B-9A06-960D224FAD94}" dt="2026-03-22T12:47:43.972" v="114" actId="403"/>
          <ac:spMkLst>
            <pc:docMk/>
            <pc:sldMk cId="3077875161" sldId="263"/>
            <ac:spMk id="4" creationId="{1C159391-FC9A-A45B-BA08-AF168C917EF2}"/>
          </ac:spMkLst>
        </pc:spChg>
        <pc:spChg chg="add mod">
          <ac:chgData name="pooja chaudhary" userId="be63c09f5f1d5059" providerId="LiveId" clId="{00CDFFB8-EA55-424B-9A06-960D224FAD94}" dt="2026-03-22T17:23:31.798" v="156" actId="207"/>
          <ac:spMkLst>
            <pc:docMk/>
            <pc:sldMk cId="3077875161" sldId="263"/>
            <ac:spMk id="6" creationId="{F4B821CB-B718-0426-C24B-BB455A1D4A54}"/>
          </ac:spMkLst>
        </pc:spChg>
      </pc:sldChg>
      <pc:sldChg chg="addSp modSp new mod">
        <pc:chgData name="pooja chaudhary" userId="be63c09f5f1d5059" providerId="LiveId" clId="{00CDFFB8-EA55-424B-9A06-960D224FAD94}" dt="2026-03-22T17:23:41.686" v="157" actId="207"/>
        <pc:sldMkLst>
          <pc:docMk/>
          <pc:sldMk cId="3778013343" sldId="264"/>
        </pc:sldMkLst>
        <pc:spChg chg="mod">
          <ac:chgData name="pooja chaudhary" userId="be63c09f5f1d5059" providerId="LiveId" clId="{00CDFFB8-EA55-424B-9A06-960D224FAD94}" dt="2026-03-22T12:53:01.180" v="126"/>
          <ac:spMkLst>
            <pc:docMk/>
            <pc:sldMk cId="3778013343" sldId="264"/>
            <ac:spMk id="2" creationId="{5A5AE6A8-BF25-8014-9947-8792BB49DF9B}"/>
          </ac:spMkLst>
        </pc:spChg>
        <pc:spChg chg="mod">
          <ac:chgData name="pooja chaudhary" userId="be63c09f5f1d5059" providerId="LiveId" clId="{00CDFFB8-EA55-424B-9A06-960D224FAD94}" dt="2026-03-22T12:53:50.705" v="132" actId="27636"/>
          <ac:spMkLst>
            <pc:docMk/>
            <pc:sldMk cId="3778013343" sldId="264"/>
            <ac:spMk id="3" creationId="{FB8C6718-DEBB-0EB9-20AA-6A16FEAC9703}"/>
          </ac:spMkLst>
        </pc:spChg>
        <pc:spChg chg="add mod">
          <ac:chgData name="pooja chaudhary" userId="be63c09f5f1d5059" providerId="LiveId" clId="{00CDFFB8-EA55-424B-9A06-960D224FAD94}" dt="2026-03-22T17:23:41.686" v="157" actId="207"/>
          <ac:spMkLst>
            <pc:docMk/>
            <pc:sldMk cId="3778013343" sldId="264"/>
            <ac:spMk id="5" creationId="{72867E94-2A50-FCF6-AFDB-DAC354BAFFCA}"/>
          </ac:spMkLst>
        </pc:spChg>
      </pc:sldChg>
      <pc:sldChg chg="addSp modSp new mod">
        <pc:chgData name="pooja chaudhary" userId="be63c09f5f1d5059" providerId="LiveId" clId="{00CDFFB8-EA55-424B-9A06-960D224FAD94}" dt="2026-03-22T17:24:15.721" v="162" actId="1076"/>
        <pc:sldMkLst>
          <pc:docMk/>
          <pc:sldMk cId="3901915773" sldId="265"/>
        </pc:sldMkLst>
        <pc:spChg chg="mod">
          <ac:chgData name="pooja chaudhary" userId="be63c09f5f1d5059" providerId="LiveId" clId="{00CDFFB8-EA55-424B-9A06-960D224FAD94}" dt="2026-03-22T17:18:10.057" v="142"/>
          <ac:spMkLst>
            <pc:docMk/>
            <pc:sldMk cId="3901915773" sldId="265"/>
            <ac:spMk id="2" creationId="{43426779-5011-8464-9804-C13FEBCD86D4}"/>
          </ac:spMkLst>
        </pc:spChg>
        <pc:spChg chg="mod">
          <ac:chgData name="pooja chaudhary" userId="be63c09f5f1d5059" providerId="LiveId" clId="{00CDFFB8-EA55-424B-9A06-960D224FAD94}" dt="2026-03-22T17:20:52.390" v="147" actId="14100"/>
          <ac:spMkLst>
            <pc:docMk/>
            <pc:sldMk cId="3901915773" sldId="265"/>
            <ac:spMk id="3" creationId="{3740BB56-3ADD-17F0-AB07-9012F6DEE7AD}"/>
          </ac:spMkLst>
        </pc:spChg>
        <pc:spChg chg="add mod">
          <ac:chgData name="pooja chaudhary" userId="be63c09f5f1d5059" providerId="LiveId" clId="{00CDFFB8-EA55-424B-9A06-960D224FAD94}" dt="2026-03-22T17:23:51.435" v="159" actId="207"/>
          <ac:spMkLst>
            <pc:docMk/>
            <pc:sldMk cId="3901915773" sldId="265"/>
            <ac:spMk id="5" creationId="{DAF969B6-EE65-7A65-20EE-0CD73CDCF92E}"/>
          </ac:spMkLst>
        </pc:spChg>
        <pc:picChg chg="add mod">
          <ac:chgData name="pooja chaudhary" userId="be63c09f5f1d5059" providerId="LiveId" clId="{00CDFFB8-EA55-424B-9A06-960D224FAD94}" dt="2026-03-22T17:24:15.721" v="162" actId="1076"/>
          <ac:picMkLst>
            <pc:docMk/>
            <pc:sldMk cId="3901915773" sldId="265"/>
            <ac:picMk id="7" creationId="{ECC7A62D-8D03-2C44-479C-1DE21F4A5ACF}"/>
          </ac:picMkLst>
        </pc:picChg>
      </pc:sldChg>
      <pc:sldChg chg="addSp delSp modSp new mod">
        <pc:chgData name="pooja chaudhary" userId="be63c09f5f1d5059" providerId="LiveId" clId="{00CDFFB8-EA55-424B-9A06-960D224FAD94}" dt="2026-03-22T17:26:01.840" v="174" actId="1076"/>
        <pc:sldMkLst>
          <pc:docMk/>
          <pc:sldMk cId="3184745868" sldId="266"/>
        </pc:sldMkLst>
        <pc:spChg chg="mod">
          <ac:chgData name="pooja chaudhary" userId="be63c09f5f1d5059" providerId="LiveId" clId="{00CDFFB8-EA55-424B-9A06-960D224FAD94}" dt="2026-03-22T17:24:50.731" v="164"/>
          <ac:spMkLst>
            <pc:docMk/>
            <pc:sldMk cId="3184745868" sldId="266"/>
            <ac:spMk id="2" creationId="{6295F511-1B53-6031-397B-DDF757C17BC8}"/>
          </ac:spMkLst>
        </pc:spChg>
        <pc:spChg chg="del">
          <ac:chgData name="pooja chaudhary" userId="be63c09f5f1d5059" providerId="LiveId" clId="{00CDFFB8-EA55-424B-9A06-960D224FAD94}" dt="2026-03-22T17:25:20.476" v="165"/>
          <ac:spMkLst>
            <pc:docMk/>
            <pc:sldMk cId="3184745868" sldId="266"/>
            <ac:spMk id="3" creationId="{E1CA7FE9-3C8C-4BF4-720F-D069A334A532}"/>
          </ac:spMkLst>
        </pc:spChg>
        <pc:spChg chg="add mod">
          <ac:chgData name="pooja chaudhary" userId="be63c09f5f1d5059" providerId="LiveId" clId="{00CDFFB8-EA55-424B-9A06-960D224FAD94}" dt="2026-03-22T17:25:34.030" v="169" actId="14100"/>
          <ac:spMkLst>
            <pc:docMk/>
            <pc:sldMk cId="3184745868" sldId="266"/>
            <ac:spMk id="4" creationId="{2EC72DD1-CBD3-0AB8-D4A9-5E6B0BEBF7FF}"/>
          </ac:spMkLst>
        </pc:spChg>
        <pc:spChg chg="add mod">
          <ac:chgData name="pooja chaudhary" userId="be63c09f5f1d5059" providerId="LiveId" clId="{00CDFFB8-EA55-424B-9A06-960D224FAD94}" dt="2026-03-22T17:26:01.840" v="174" actId="1076"/>
          <ac:spMkLst>
            <pc:docMk/>
            <pc:sldMk cId="3184745868" sldId="266"/>
            <ac:spMk id="6" creationId="{F3599D71-8F28-5B20-04B7-A2891319BF95}"/>
          </ac:spMkLst>
        </pc:spChg>
      </pc:sldChg>
      <pc:sldChg chg="modSp new">
        <pc:chgData name="pooja chaudhary" userId="be63c09f5f1d5059" providerId="LiveId" clId="{00CDFFB8-EA55-424B-9A06-960D224FAD94}" dt="2026-03-22T17:26:24.911" v="177"/>
        <pc:sldMkLst>
          <pc:docMk/>
          <pc:sldMk cId="1548937639" sldId="267"/>
        </pc:sldMkLst>
        <pc:spChg chg="mod">
          <ac:chgData name="pooja chaudhary" userId="be63c09f5f1d5059" providerId="LiveId" clId="{00CDFFB8-EA55-424B-9A06-960D224FAD94}" dt="2026-03-22T17:26:15.275" v="176"/>
          <ac:spMkLst>
            <pc:docMk/>
            <pc:sldMk cId="1548937639" sldId="267"/>
            <ac:spMk id="2" creationId="{32ADE6B6-FC2E-282F-E7E7-46862C5A74C1}"/>
          </ac:spMkLst>
        </pc:spChg>
        <pc:spChg chg="mod">
          <ac:chgData name="pooja chaudhary" userId="be63c09f5f1d5059" providerId="LiveId" clId="{00CDFFB8-EA55-424B-9A06-960D224FAD94}" dt="2026-03-22T17:26:24.911" v="177"/>
          <ac:spMkLst>
            <pc:docMk/>
            <pc:sldMk cId="1548937639" sldId="267"/>
            <ac:spMk id="3" creationId="{D27E62E7-A34E-8B8B-A35D-16EF5EDF7484}"/>
          </ac:spMkLst>
        </pc:spChg>
      </pc:sldChg>
      <pc:sldChg chg="addSp modSp new mod setBg">
        <pc:chgData name="pooja chaudhary" userId="be63c09f5f1d5059" providerId="LiveId" clId="{00CDFFB8-EA55-424B-9A06-960D224FAD94}" dt="2026-03-22T17:29:20.979" v="185" actId="26606"/>
        <pc:sldMkLst>
          <pc:docMk/>
          <pc:sldMk cId="3594824112" sldId="268"/>
        </pc:sldMkLst>
        <pc:spChg chg="mod">
          <ac:chgData name="pooja chaudhary" userId="be63c09f5f1d5059" providerId="LiveId" clId="{00CDFFB8-EA55-424B-9A06-960D224FAD94}" dt="2026-03-22T17:29:20.979" v="185" actId="26606"/>
          <ac:spMkLst>
            <pc:docMk/>
            <pc:sldMk cId="3594824112" sldId="268"/>
            <ac:spMk id="2" creationId="{4795D934-3298-CF26-5C74-F2204D4BA833}"/>
          </ac:spMkLst>
        </pc:spChg>
        <pc:spChg chg="mod ord">
          <ac:chgData name="pooja chaudhary" userId="be63c09f5f1d5059" providerId="LiveId" clId="{00CDFFB8-EA55-424B-9A06-960D224FAD94}" dt="2026-03-22T17:29:20.979" v="185" actId="26606"/>
          <ac:spMkLst>
            <pc:docMk/>
            <pc:sldMk cId="3594824112" sldId="268"/>
            <ac:spMk id="3" creationId="{46F74A63-3ECB-523F-CA0E-ACB882A91E95}"/>
          </ac:spMkLst>
        </pc:spChg>
        <pc:spChg chg="add">
          <ac:chgData name="pooja chaudhary" userId="be63c09f5f1d5059" providerId="LiveId" clId="{00CDFFB8-EA55-424B-9A06-960D224FAD94}" dt="2026-03-22T17:29:20.979" v="185" actId="26606"/>
          <ac:spMkLst>
            <pc:docMk/>
            <pc:sldMk cId="3594824112" sldId="268"/>
            <ac:spMk id="10" creationId="{6897DEB4-4A88-4293-A935-9B25506C1530}"/>
          </ac:spMkLst>
        </pc:spChg>
        <pc:spChg chg="add">
          <ac:chgData name="pooja chaudhary" userId="be63c09f5f1d5059" providerId="LiveId" clId="{00CDFFB8-EA55-424B-9A06-960D224FAD94}" dt="2026-03-22T17:29:20.979" v="185" actId="26606"/>
          <ac:spMkLst>
            <pc:docMk/>
            <pc:sldMk cId="3594824112" sldId="268"/>
            <ac:spMk id="12" creationId="{FBE42BC3-6707-4CBF-9386-048B994A4F19}"/>
          </ac:spMkLst>
        </pc:spChg>
        <pc:picChg chg="add mod">
          <ac:chgData name="pooja chaudhary" userId="be63c09f5f1d5059" providerId="LiveId" clId="{00CDFFB8-EA55-424B-9A06-960D224FAD94}" dt="2026-03-22T17:29:20.979" v="185" actId="26606"/>
          <ac:picMkLst>
            <pc:docMk/>
            <pc:sldMk cId="3594824112" sldId="268"/>
            <ac:picMk id="5" creationId="{5EDEB1B1-6758-93B6-F612-43F76397B853}"/>
          </ac:picMkLst>
        </pc:picChg>
      </pc:sldChg>
      <pc:sldChg chg="addSp modSp new mod">
        <pc:chgData name="pooja chaudhary" userId="be63c09f5f1d5059" providerId="LiveId" clId="{00CDFFB8-EA55-424B-9A06-960D224FAD94}" dt="2026-03-22T17:55:38.826" v="210" actId="207"/>
        <pc:sldMkLst>
          <pc:docMk/>
          <pc:sldMk cId="2247077753" sldId="269"/>
        </pc:sldMkLst>
        <pc:spChg chg="mod">
          <ac:chgData name="pooja chaudhary" userId="be63c09f5f1d5059" providerId="LiveId" clId="{00CDFFB8-EA55-424B-9A06-960D224FAD94}" dt="2026-03-22T17:49:14.863" v="188"/>
          <ac:spMkLst>
            <pc:docMk/>
            <pc:sldMk cId="2247077753" sldId="269"/>
            <ac:spMk id="2" creationId="{989C043F-440C-04DA-A340-047817DC98FA}"/>
          </ac:spMkLst>
        </pc:spChg>
        <pc:spChg chg="mod">
          <ac:chgData name="pooja chaudhary" userId="be63c09f5f1d5059" providerId="LiveId" clId="{00CDFFB8-EA55-424B-9A06-960D224FAD94}" dt="2026-03-22T17:49:23.750" v="189" actId="14100"/>
          <ac:spMkLst>
            <pc:docMk/>
            <pc:sldMk cId="2247077753" sldId="269"/>
            <ac:spMk id="3" creationId="{61F4B20E-4477-9302-4150-96255CF2813E}"/>
          </ac:spMkLst>
        </pc:spChg>
        <pc:spChg chg="add mod">
          <ac:chgData name="pooja chaudhary" userId="be63c09f5f1d5059" providerId="LiveId" clId="{00CDFFB8-EA55-424B-9A06-960D224FAD94}" dt="2026-03-22T17:55:38.826" v="210" actId="207"/>
          <ac:spMkLst>
            <pc:docMk/>
            <pc:sldMk cId="2247077753" sldId="269"/>
            <ac:spMk id="5" creationId="{E80D8C8F-BA22-FC21-E1DE-79400A7E49E2}"/>
          </ac:spMkLst>
        </pc:spChg>
        <pc:picChg chg="add mod">
          <ac:chgData name="pooja chaudhary" userId="be63c09f5f1d5059" providerId="LiveId" clId="{00CDFFB8-EA55-424B-9A06-960D224FAD94}" dt="2026-03-22T17:52:40.087" v="198" actId="1076"/>
          <ac:picMkLst>
            <pc:docMk/>
            <pc:sldMk cId="2247077753" sldId="269"/>
            <ac:picMk id="7" creationId="{99218AE9-152F-B78B-4088-6C6C95C8C554}"/>
          </ac:picMkLst>
        </pc:picChg>
      </pc:sldChg>
      <pc:sldChg chg="addSp modSp new mod">
        <pc:chgData name="pooja chaudhary" userId="be63c09f5f1d5059" providerId="LiveId" clId="{00CDFFB8-EA55-424B-9A06-960D224FAD94}" dt="2026-03-22T17:55:31.082" v="208" actId="207"/>
        <pc:sldMkLst>
          <pc:docMk/>
          <pc:sldMk cId="3582617630" sldId="270"/>
        </pc:sldMkLst>
        <pc:spChg chg="mod">
          <ac:chgData name="pooja chaudhary" userId="be63c09f5f1d5059" providerId="LiveId" clId="{00CDFFB8-EA55-424B-9A06-960D224FAD94}" dt="2026-03-22T17:53:31.587" v="200"/>
          <ac:spMkLst>
            <pc:docMk/>
            <pc:sldMk cId="3582617630" sldId="270"/>
            <ac:spMk id="2" creationId="{D37E9777-1A5D-9552-6204-441B5A1E4A41}"/>
          </ac:spMkLst>
        </pc:spChg>
        <pc:spChg chg="mod">
          <ac:chgData name="pooja chaudhary" userId="be63c09f5f1d5059" providerId="LiveId" clId="{00CDFFB8-EA55-424B-9A06-960D224FAD94}" dt="2026-03-22T17:54:46.923" v="203" actId="404"/>
          <ac:spMkLst>
            <pc:docMk/>
            <pc:sldMk cId="3582617630" sldId="270"/>
            <ac:spMk id="3" creationId="{BE5B4B32-BD18-F0E2-4660-26ED015CD7F2}"/>
          </ac:spMkLst>
        </pc:spChg>
        <pc:spChg chg="add mod">
          <ac:chgData name="pooja chaudhary" userId="be63c09f5f1d5059" providerId="LiveId" clId="{00CDFFB8-EA55-424B-9A06-960D224FAD94}" dt="2026-03-22T17:55:31.082" v="208" actId="207"/>
          <ac:spMkLst>
            <pc:docMk/>
            <pc:sldMk cId="3582617630" sldId="270"/>
            <ac:spMk id="5" creationId="{52DEE672-D6C2-DD23-96CC-BD0B7315DE99}"/>
          </ac:spMkLst>
        </pc:spChg>
      </pc:sldChg>
      <pc:sldChg chg="addSp modSp new mod">
        <pc:chgData name="pooja chaudhary" userId="be63c09f5f1d5059" providerId="LiveId" clId="{00CDFFB8-EA55-424B-9A06-960D224FAD94}" dt="2026-03-22T17:59:50.494" v="220" actId="1076"/>
        <pc:sldMkLst>
          <pc:docMk/>
          <pc:sldMk cId="1361492216" sldId="271"/>
        </pc:sldMkLst>
        <pc:spChg chg="mod">
          <ac:chgData name="pooja chaudhary" userId="be63c09f5f1d5059" providerId="LiveId" clId="{00CDFFB8-EA55-424B-9A06-960D224FAD94}" dt="2026-03-22T17:58:54.764" v="212"/>
          <ac:spMkLst>
            <pc:docMk/>
            <pc:sldMk cId="1361492216" sldId="271"/>
            <ac:spMk id="2" creationId="{8AF8B4CD-43A5-4518-0966-142DE80FBD0B}"/>
          </ac:spMkLst>
        </pc:spChg>
        <pc:spChg chg="mod">
          <ac:chgData name="pooja chaudhary" userId="be63c09f5f1d5059" providerId="LiveId" clId="{00CDFFB8-EA55-424B-9A06-960D224FAD94}" dt="2026-03-22T17:59:10.075" v="214" actId="14100"/>
          <ac:spMkLst>
            <pc:docMk/>
            <pc:sldMk cId="1361492216" sldId="271"/>
            <ac:spMk id="3" creationId="{DEBAB96B-00CA-9A79-A5A7-DB7A11EA24A8}"/>
          </ac:spMkLst>
        </pc:spChg>
        <pc:spChg chg="add mod">
          <ac:chgData name="pooja chaudhary" userId="be63c09f5f1d5059" providerId="LiveId" clId="{00CDFFB8-EA55-424B-9A06-960D224FAD94}" dt="2026-03-22T17:59:50.494" v="220" actId="1076"/>
          <ac:spMkLst>
            <pc:docMk/>
            <pc:sldMk cId="1361492216" sldId="271"/>
            <ac:spMk id="5" creationId="{8D891AE8-0CA2-B2D0-DAE2-E8CD6ED94B0E}"/>
          </ac:spMkLst>
        </pc:spChg>
      </pc:sldChg>
      <pc:sldChg chg="addSp modSp new mod">
        <pc:chgData name="pooja chaudhary" userId="be63c09f5f1d5059" providerId="LiveId" clId="{00CDFFB8-EA55-424B-9A06-960D224FAD94}" dt="2026-03-22T18:11:13.941" v="236" actId="207"/>
        <pc:sldMkLst>
          <pc:docMk/>
          <pc:sldMk cId="1329415030" sldId="272"/>
        </pc:sldMkLst>
        <pc:spChg chg="mod">
          <ac:chgData name="pooja chaudhary" userId="be63c09f5f1d5059" providerId="LiveId" clId="{00CDFFB8-EA55-424B-9A06-960D224FAD94}" dt="2026-03-22T18:10:55.574" v="235" actId="122"/>
          <ac:spMkLst>
            <pc:docMk/>
            <pc:sldMk cId="1329415030" sldId="272"/>
            <ac:spMk id="2" creationId="{6E46D9C0-9F9E-EE10-BCF1-60E5C63EB57B}"/>
          </ac:spMkLst>
        </pc:spChg>
        <pc:spChg chg="mod">
          <ac:chgData name="pooja chaudhary" userId="be63c09f5f1d5059" providerId="LiveId" clId="{00CDFFB8-EA55-424B-9A06-960D224FAD94}" dt="2026-03-22T18:11:13.941" v="236" actId="207"/>
          <ac:spMkLst>
            <pc:docMk/>
            <pc:sldMk cId="1329415030" sldId="272"/>
            <ac:spMk id="3" creationId="{593D7206-F0D6-4047-D34C-59B3E8659C1F}"/>
          </ac:spMkLst>
        </pc:spChg>
        <pc:picChg chg="add mod">
          <ac:chgData name="pooja chaudhary" userId="be63c09f5f1d5059" providerId="LiveId" clId="{00CDFFB8-EA55-424B-9A06-960D224FAD94}" dt="2026-03-22T18:10:50.195" v="234" actId="1076"/>
          <ac:picMkLst>
            <pc:docMk/>
            <pc:sldMk cId="1329415030" sldId="272"/>
            <ac:picMk id="5" creationId="{0FF7C61E-7320-B4CE-0338-98057735268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D267-263A-4B45-51F1-34AD62AC6B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A6E300-97B9-695B-6D2C-3EB988EF7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6F079-0DCC-E13C-4DA0-54E6592EC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016A4-9086-4AD5-8CD7-C08626B110E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ED7FF-6FC4-44EE-6F38-25D78D02A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1BF6F-8539-7F9A-49D7-763CDBA4D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1573F-51FF-4790-B8B2-768E74F727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303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D67B1-3863-C3AB-9162-77136B06F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DD37A-1116-86B2-0FDF-966477ED6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F22D3-37B2-B8EC-E224-22B0C9720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016A4-9086-4AD5-8CD7-C08626B110E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50111-E4CD-886C-82F2-F3B5CD26D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32F42-42E7-B9B7-1E82-99C83553D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1573F-51FF-4790-B8B2-768E74F727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620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3C0FC-776F-ECCD-E92F-F2DBB50E5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1CFD5-F26D-B956-053B-5C4D6E6AD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31BD-11D7-F458-5855-FB765E1E2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016A4-9086-4AD5-8CD7-C08626B110E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F6AEC-33FF-2C79-42EA-8BC932D3A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E8CF1-4122-A6E1-417F-73349CD48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1573F-51FF-4790-B8B2-768E74F727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505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3F079-E368-44D4-D530-6C71466C0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BFEA4-7DAE-FF3F-8E05-9BAC55E1A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9708B-DE54-8B4C-B0C0-19CD5F9DF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6B424-D8C3-84C2-72D1-BC6FBA05E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016A4-9086-4AD5-8CD7-C08626B110E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82C04-2EB9-B029-485A-4AA32295F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45539-2ABB-CCAE-64A1-3F3E95E6F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1573F-51FF-4790-B8B2-768E74F727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888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0B8EE-AA2D-1FDC-94DC-E38F24C03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17BFD-4488-80E2-117B-821FE720F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D0DAEA-0A5E-1B8A-8081-FA9D0173B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814C78-F1BB-44F9-F5C9-6F3322D1F7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E8BF0E-4D4F-7A63-2FA4-7DE7C3F161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25509F-F79D-35DE-F722-886D7801E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016A4-9086-4AD5-8CD7-C08626B110E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2EDAA6-965B-2D5A-9CAA-B8B7D73BF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7693E9-E7D7-478C-7A56-5C7D305EE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1573F-51FF-4790-B8B2-768E74F727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943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647ED-8C5B-1B58-B0CC-25EC3ECB1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03B810-0F1A-6BD8-AC56-EFB63B4E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016A4-9086-4AD5-8CD7-C08626B110E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FFA5D4-A770-D47B-9902-922315DF2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044155-015D-FF0F-FD35-C687C66B6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1573F-51FF-4790-B8B2-768E74F727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262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B66B03-98B0-62D3-C2E2-C1688BF0D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016A4-9086-4AD5-8CD7-C08626B110E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B4EF21-2481-8ACE-543E-DB90A1CEC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C1387-8519-C392-7FC0-815D5897B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1573F-51FF-4790-B8B2-768E74F727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565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0EB4F-204A-70B3-8410-BE6FB255E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14FE1-055B-28A5-B6CC-D0B764F14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F2FE5-801F-3E06-A767-89D626917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1F19BA-8E6D-2A7A-242F-B9F4A54D6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016A4-9086-4AD5-8CD7-C08626B110E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74416-C935-85A6-42C1-00C1F2903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11465-3F68-9E98-3591-BCBC9E0B7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1573F-51FF-4790-B8B2-768E74F727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442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E3CE1-E27E-CC0C-8CD5-F62052CC7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4BA0AD-3C97-ECE3-C9DE-B2B3D8842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2A4BD-4E54-527E-9043-4C9189AF90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D08AFB-5393-5536-8AD1-686B6D343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016A4-9086-4AD5-8CD7-C08626B110E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B57BC-D61B-7E56-4C59-CCF1860AB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02593-31F2-5790-9C9F-497DACFA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1573F-51FF-4790-B8B2-768E74F727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191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9E5D0-E2F7-CD63-3C4D-50521A473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E06BEC-8474-D116-6F8B-6A07FE6475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6B7AF-ED93-0339-3817-D3A28555C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016A4-9086-4AD5-8CD7-C08626B110E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3B9F6-31D2-2CEA-641D-8BAF2B742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9C5F8-2C88-0BEA-0DDA-279407F2E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1573F-51FF-4790-B8B2-768E74F727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056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A4CF34-D6DD-AB03-3E26-803A5B2AC9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256ACD-7101-C35B-8DDE-E3A7129FBC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5F4BD-8716-ED42-76B9-82A7C2C37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016A4-9086-4AD5-8CD7-C08626B110E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68611-D244-7744-EA4E-AAB9B61E2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F034B-35E3-F90E-C85D-C90575C0F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1573F-51FF-4790-B8B2-768E74F727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119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53C092-79F2-A1E2-2F95-347BFC58D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6082A-5669-97C4-E951-777808F0A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1C1B3-7791-EB23-4F10-47EA54ACDA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F016A4-9086-4AD5-8CD7-C08626B110E4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63192-BF2C-9B18-61C3-5E0A924532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3EA4B-99FD-2437-86D0-5EF3758A2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51573F-51FF-4790-B8B2-768E74F727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333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D8CA5-650E-AD51-46F6-F310B4FB17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34970"/>
            <a:ext cx="9144000" cy="2387600"/>
          </a:xfrm>
        </p:spPr>
        <p:txBody>
          <a:bodyPr>
            <a:noAutofit/>
          </a:bodyPr>
          <a:lstStyle/>
          <a:p>
            <a:r>
              <a:rPr lang="en-US" sz="4400" b="1" dirty="0"/>
              <a:t>Title:</a:t>
            </a:r>
            <a:r>
              <a:rPr lang="en-US" sz="4400" dirty="0"/>
              <a:t> Software Development Life Cycle (SDLC)</a:t>
            </a:r>
            <a:br>
              <a:rPr lang="en-US" sz="4400" dirty="0"/>
            </a:br>
            <a:br>
              <a:rPr lang="en-US" sz="4400" dirty="0"/>
            </a:br>
            <a:r>
              <a:rPr lang="en-US" sz="4400" b="1" dirty="0"/>
              <a:t>Case Study:</a:t>
            </a:r>
            <a:r>
              <a:rPr lang="en-US" sz="4400" dirty="0"/>
              <a:t> Online Shopping Application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473529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DADD4-3626-85C0-AD65-B0AE55261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SDLC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865B0-5EEF-A1C3-ACA1-942DED212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98573" cy="435133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Content:</a:t>
            </a:r>
            <a:br>
              <a:rPr lang="en-US" dirty="0"/>
            </a:br>
            <a:r>
              <a:rPr lang="en-US" dirty="0"/>
              <a:t>Software Development Life Cycle (SDLC) is a structured process used to develop high-quality software systematically.</a:t>
            </a:r>
            <a:br>
              <a:rPr lang="en-US" dirty="0"/>
            </a:br>
            <a:r>
              <a:rPr lang="en-US" dirty="0"/>
              <a:t>It defines a set of steps that include planning, designing, developing, testing, and maintaining software.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SDLC helps:</a:t>
            </a:r>
          </a:p>
          <a:p>
            <a:r>
              <a:rPr lang="en-US" dirty="0"/>
              <a:t>Improve software quality </a:t>
            </a:r>
          </a:p>
          <a:p>
            <a:r>
              <a:rPr lang="en-US" dirty="0"/>
              <a:t>Reduce development cost </a:t>
            </a:r>
          </a:p>
          <a:p>
            <a:r>
              <a:rPr lang="en-US" dirty="0"/>
              <a:t>Complete project on time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5B79B7-9B3C-5D32-2F59-04979588C4CD}"/>
              </a:ext>
            </a:extLst>
          </p:cNvPr>
          <p:cNvSpPr txBox="1"/>
          <p:nvPr/>
        </p:nvSpPr>
        <p:spPr>
          <a:xfrm>
            <a:off x="7565922" y="1969969"/>
            <a:ext cx="362810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Case Study:</a:t>
            </a:r>
            <a:br>
              <a:rPr lang="en-US" sz="2800" dirty="0">
                <a:solidFill>
                  <a:srgbClr val="002060"/>
                </a:solidFill>
              </a:rPr>
            </a:br>
            <a:r>
              <a:rPr lang="en-US" sz="2800" dirty="0">
                <a:solidFill>
                  <a:srgbClr val="002060"/>
                </a:solidFill>
              </a:rPr>
              <a:t>We are developing an </a:t>
            </a:r>
            <a:r>
              <a:rPr lang="en-US" sz="2800" b="1" dirty="0">
                <a:solidFill>
                  <a:srgbClr val="002060"/>
                </a:solidFill>
              </a:rPr>
              <a:t>Online Shopping App (like Amazon/Flipkart)</a:t>
            </a:r>
            <a:r>
              <a:rPr lang="en-US" sz="2800" dirty="0">
                <a:solidFill>
                  <a:srgbClr val="002060"/>
                </a:solidFill>
              </a:rPr>
              <a:t> where users can browse, purchase, and track products.</a:t>
            </a:r>
            <a:endParaRPr lang="en-IN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337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8D5B9-B91F-F478-0E6E-0DF387F3B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Need of SDLC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94BF8-B092-A2BE-A21E-0D17439C1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517" y="1843548"/>
            <a:ext cx="5481484" cy="4188542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Content:</a:t>
            </a:r>
            <a:br>
              <a:rPr lang="en-US" dirty="0"/>
            </a:br>
            <a:r>
              <a:rPr lang="en-US" dirty="0"/>
              <a:t>Without SDLC:</a:t>
            </a:r>
          </a:p>
          <a:p>
            <a:r>
              <a:rPr lang="en-US" dirty="0"/>
              <a:t>Projects may fail </a:t>
            </a:r>
          </a:p>
          <a:p>
            <a:r>
              <a:rPr lang="en-US" dirty="0"/>
              <a:t>Budget may exceed </a:t>
            </a:r>
          </a:p>
          <a:p>
            <a:r>
              <a:rPr lang="en-US" dirty="0"/>
              <a:t>Software may have many bugs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With SDLC:</a:t>
            </a:r>
          </a:p>
          <a:p>
            <a:r>
              <a:rPr lang="en-US" dirty="0"/>
              <a:t>Proper planning </a:t>
            </a:r>
          </a:p>
          <a:p>
            <a:r>
              <a:rPr lang="en-US" dirty="0"/>
              <a:t>Clear requirements </a:t>
            </a:r>
          </a:p>
          <a:p>
            <a:r>
              <a:rPr lang="en-US" dirty="0"/>
              <a:t>Organized development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9D759E-83D7-459D-06C6-679765049D8C}"/>
              </a:ext>
            </a:extLst>
          </p:cNvPr>
          <p:cNvSpPr txBox="1"/>
          <p:nvPr/>
        </p:nvSpPr>
        <p:spPr>
          <a:xfrm>
            <a:off x="6210298" y="905858"/>
            <a:ext cx="4924735" cy="1557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Case Study:</a:t>
            </a:r>
            <a:br>
              <a:rPr lang="en-US" sz="2400" dirty="0">
                <a:solidFill>
                  <a:srgbClr val="002060"/>
                </a:solidFill>
              </a:rPr>
            </a:br>
            <a:r>
              <a:rPr lang="en-US" sz="2400" dirty="0">
                <a:solidFill>
                  <a:srgbClr val="002060"/>
                </a:solidFill>
              </a:rPr>
              <a:t>Without SDLC, the shopping app may crash during payment or fail to handle many users.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EEE7AD-5F34-DDC1-AF13-588890A970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298" y="2667982"/>
            <a:ext cx="5367185" cy="3578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787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04982-A94F-3A8C-6767-98F72A5CC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Phases of SDLC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8B134-D767-29F1-7B29-E20EADF29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26974" cy="4351338"/>
          </a:xfrm>
        </p:spPr>
        <p:txBody>
          <a:bodyPr/>
          <a:lstStyle/>
          <a:p>
            <a:r>
              <a:rPr lang="en-US" dirty="0"/>
              <a:t>Main phases:</a:t>
            </a:r>
          </a:p>
          <a:p>
            <a:r>
              <a:rPr lang="en-US" dirty="0"/>
              <a:t>Planning </a:t>
            </a:r>
          </a:p>
          <a:p>
            <a:r>
              <a:rPr lang="en-US" dirty="0"/>
              <a:t>Requirement Analysis </a:t>
            </a:r>
          </a:p>
          <a:p>
            <a:r>
              <a:rPr lang="en-US" dirty="0"/>
              <a:t>System Design </a:t>
            </a:r>
          </a:p>
          <a:p>
            <a:r>
              <a:rPr lang="en-US" dirty="0"/>
              <a:t>Development </a:t>
            </a:r>
          </a:p>
          <a:p>
            <a:r>
              <a:rPr lang="en-US" dirty="0"/>
              <a:t>Testing </a:t>
            </a:r>
          </a:p>
          <a:p>
            <a:r>
              <a:rPr lang="en-US" dirty="0"/>
              <a:t>Deployment </a:t>
            </a:r>
          </a:p>
          <a:p>
            <a:r>
              <a:rPr lang="en-US" dirty="0"/>
              <a:t>Maintenance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4D50ED-8008-F314-41C1-048F1D025BCA}"/>
              </a:ext>
            </a:extLst>
          </p:cNvPr>
          <p:cNvSpPr txBox="1"/>
          <p:nvPr/>
        </p:nvSpPr>
        <p:spPr>
          <a:xfrm>
            <a:off x="6096000" y="905858"/>
            <a:ext cx="5257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Case Study:</a:t>
            </a:r>
            <a:br>
              <a:rPr lang="en-US" sz="2400" dirty="0">
                <a:solidFill>
                  <a:srgbClr val="002060"/>
                </a:solidFill>
              </a:rPr>
            </a:br>
            <a:r>
              <a:rPr lang="en-US" sz="2400" dirty="0">
                <a:solidFill>
                  <a:srgbClr val="002060"/>
                </a:solidFill>
              </a:rPr>
              <a:t>Each phase is applied step-by-step while building the Online Shopping App.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251D53-E49B-084B-B55D-A8B717844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671763"/>
            <a:ext cx="52578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414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1872F-567A-0AE4-DD9A-330F30314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Planning Phase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2EF76A-42BC-66C5-646D-759F0BBB90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5464" y="1400565"/>
            <a:ext cx="376329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project objectives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target users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Estimate budget &amp; timeline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analysis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BACB97-F76B-A1EC-CB41-5CAD81C17817}"/>
              </a:ext>
            </a:extLst>
          </p:cNvPr>
          <p:cNvSpPr txBox="1"/>
          <p:nvPr/>
        </p:nvSpPr>
        <p:spPr>
          <a:xfrm>
            <a:off x="6096000" y="2090172"/>
            <a:ext cx="564986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002060"/>
                </a:solidFill>
              </a:rPr>
              <a:t>Case Study:</a:t>
            </a:r>
            <a:br>
              <a:rPr lang="en-US" sz="2800" dirty="0">
                <a:solidFill>
                  <a:srgbClr val="002060"/>
                </a:solidFill>
              </a:rPr>
            </a:br>
            <a:r>
              <a:rPr lang="en-US" sz="2800" dirty="0">
                <a:solidFill>
                  <a:srgbClr val="002060"/>
                </a:solidFill>
              </a:rPr>
              <a:t>Company plans: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Target users: Online buyers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Budget: ₹10 lakh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Timeline: 6 months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Risk: Payment failure, server crash </a:t>
            </a:r>
          </a:p>
        </p:txBody>
      </p:sp>
    </p:spTree>
    <p:extLst>
      <p:ext uri="{BB962C8B-B14F-4D97-AF65-F5344CB8AC3E}">
        <p14:creationId xmlns:p14="http://schemas.microsoft.com/office/powerpoint/2010/main" val="898886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3E573-B8D1-0F39-EE63-11C377312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Requirement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48B8E-CADA-8E1B-ED50-E6EE7D5F1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23735" cy="426545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Types of requirements:</a:t>
            </a:r>
          </a:p>
          <a:p>
            <a:r>
              <a:rPr lang="en-US" dirty="0"/>
              <a:t>Functional (what system does) </a:t>
            </a:r>
          </a:p>
          <a:p>
            <a:r>
              <a:rPr lang="en-US" dirty="0"/>
              <a:t>Non-functional (performance, security)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Login system </a:t>
            </a:r>
          </a:p>
          <a:p>
            <a:r>
              <a:rPr lang="en-US" dirty="0"/>
              <a:t>Fast loading speed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0767B2-FDF0-F9C2-928E-F3F64BD1FB35}"/>
              </a:ext>
            </a:extLst>
          </p:cNvPr>
          <p:cNvSpPr txBox="1"/>
          <p:nvPr/>
        </p:nvSpPr>
        <p:spPr>
          <a:xfrm>
            <a:off x="7030067" y="1825625"/>
            <a:ext cx="324955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Case Study:</a:t>
            </a:r>
            <a:br>
              <a:rPr lang="en-US" sz="2400" dirty="0">
                <a:solidFill>
                  <a:srgbClr val="002060"/>
                </a:solidFill>
              </a:rPr>
            </a:br>
            <a:r>
              <a:rPr lang="en-US" sz="2400" dirty="0">
                <a:solidFill>
                  <a:srgbClr val="002060"/>
                </a:solidFill>
              </a:rPr>
              <a:t>Functional: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Add to cart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Payment system </a:t>
            </a:r>
          </a:p>
          <a:p>
            <a:pPr>
              <a:buNone/>
            </a:pPr>
            <a:r>
              <a:rPr lang="en-US" sz="2400" dirty="0">
                <a:solidFill>
                  <a:srgbClr val="002060"/>
                </a:solidFill>
              </a:rPr>
              <a:t>Non-functional: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Secure transactions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App loads in &lt;3 seconds</a:t>
            </a:r>
          </a:p>
        </p:txBody>
      </p:sp>
    </p:spTree>
    <p:extLst>
      <p:ext uri="{BB962C8B-B14F-4D97-AF65-F5344CB8AC3E}">
        <p14:creationId xmlns:p14="http://schemas.microsoft.com/office/powerpoint/2010/main" val="3720413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D38F9-71AB-D12D-87EC-23110EE63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FA692-C5E7-72CD-3A3D-21F1A1F6A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102100" cy="4435475"/>
          </a:xfrm>
        </p:spPr>
        <p:txBody>
          <a:bodyPr/>
          <a:lstStyle/>
          <a:p>
            <a:r>
              <a:rPr lang="en-US" dirty="0"/>
              <a:t>High-Level Design (Architecture) </a:t>
            </a:r>
          </a:p>
          <a:p>
            <a:r>
              <a:rPr lang="en-US" dirty="0"/>
              <a:t>Low-Level Design (Database, UI) </a:t>
            </a:r>
          </a:p>
          <a:p>
            <a:endParaRPr lang="en-US" dirty="0"/>
          </a:p>
          <a:p>
            <a:r>
              <a:rPr lang="en-US" dirty="0"/>
              <a:t>Includes:</a:t>
            </a:r>
          </a:p>
          <a:p>
            <a:r>
              <a:rPr lang="en-US" dirty="0"/>
              <a:t>Database structure </a:t>
            </a:r>
          </a:p>
          <a:p>
            <a:r>
              <a:rPr lang="en-US" dirty="0"/>
              <a:t>User interface design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06194D-F95B-5542-2034-EC28505DF5CA}"/>
              </a:ext>
            </a:extLst>
          </p:cNvPr>
          <p:cNvSpPr txBox="1"/>
          <p:nvPr/>
        </p:nvSpPr>
        <p:spPr>
          <a:xfrm>
            <a:off x="5880100" y="721192"/>
            <a:ext cx="41021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Case Study: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Database stores users, products, orders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UI includes homepage, cart, checkout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BD6D14-E647-95F0-B1DD-0AAD2E8C8C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0100" y="2689816"/>
            <a:ext cx="5270500" cy="351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653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FC52-A6B0-654F-41FE-227238CFE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Development Phase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159391-FC9A-A45B-BA08-AF168C917E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92810"/>
            <a:ext cx="39370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Developers write code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programming languages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 design documents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B821CB-B718-0426-C24B-BB455A1D4A54}"/>
              </a:ext>
            </a:extLst>
          </p:cNvPr>
          <p:cNvSpPr txBox="1"/>
          <p:nvPr/>
        </p:nvSpPr>
        <p:spPr>
          <a:xfrm>
            <a:off x="6565900" y="1999507"/>
            <a:ext cx="4114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002060"/>
                </a:solidFill>
              </a:rPr>
              <a:t>Case Study:</a:t>
            </a:r>
            <a:endParaRPr lang="en-IN" sz="2400" dirty="0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2060"/>
                </a:solidFill>
              </a:rPr>
              <a:t>Frontend: HTML, CSS, JavaScript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2060"/>
                </a:solidFill>
              </a:rPr>
              <a:t>Backend: Node.js / PHP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2060"/>
                </a:solidFill>
              </a:rPr>
              <a:t>Database: MySQL</a:t>
            </a:r>
          </a:p>
        </p:txBody>
      </p:sp>
    </p:spTree>
    <p:extLst>
      <p:ext uri="{BB962C8B-B14F-4D97-AF65-F5344CB8AC3E}">
        <p14:creationId xmlns:p14="http://schemas.microsoft.com/office/powerpoint/2010/main" val="3077875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AE6A8-BF25-8014-9947-8792BB49D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Testing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C6718-DEBB-0EB9-20AA-6A16FEAC9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48000" cy="3571875"/>
          </a:xfrm>
        </p:spPr>
        <p:txBody>
          <a:bodyPr>
            <a:normAutofit/>
          </a:bodyPr>
          <a:lstStyle/>
          <a:p>
            <a:r>
              <a:rPr lang="en-US" dirty="0"/>
              <a:t>Types of testing:</a:t>
            </a:r>
          </a:p>
          <a:p>
            <a:r>
              <a:rPr lang="en-US" dirty="0"/>
              <a:t>Unit Testing </a:t>
            </a:r>
          </a:p>
          <a:p>
            <a:r>
              <a:rPr lang="en-US" dirty="0"/>
              <a:t>Integration Testing </a:t>
            </a:r>
          </a:p>
          <a:p>
            <a:r>
              <a:rPr lang="en-US" dirty="0"/>
              <a:t>System Testing </a:t>
            </a:r>
          </a:p>
          <a:p>
            <a:r>
              <a:rPr lang="en-US" dirty="0"/>
              <a:t>Goal:</a:t>
            </a:r>
          </a:p>
          <a:p>
            <a:r>
              <a:rPr lang="en-US" dirty="0"/>
              <a:t>Find and fix bugs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867E94-2A50-FCF6-AFDB-DAC354BAFFCA}"/>
              </a:ext>
            </a:extLst>
          </p:cNvPr>
          <p:cNvSpPr txBox="1"/>
          <p:nvPr/>
        </p:nvSpPr>
        <p:spPr>
          <a:xfrm>
            <a:off x="6235700" y="1974760"/>
            <a:ext cx="46355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002060"/>
                </a:solidFill>
              </a:rPr>
              <a:t>Case Study:</a:t>
            </a:r>
            <a:endParaRPr lang="en-US" sz="2800" dirty="0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Check login errors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Test payment gateway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Verify cart functionality</a:t>
            </a:r>
          </a:p>
        </p:txBody>
      </p:sp>
    </p:spTree>
    <p:extLst>
      <p:ext uri="{BB962C8B-B14F-4D97-AF65-F5344CB8AC3E}">
        <p14:creationId xmlns:p14="http://schemas.microsoft.com/office/powerpoint/2010/main" val="3778013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26779-5011-8464-9804-C13FEBCD8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Deployment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0BB56-3ADD-17F0-AB07-9012F6DEE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86325" cy="466725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Deployment is the phase where the software is released and made available to users.</a:t>
            </a:r>
            <a:br>
              <a:rPr lang="en-US" dirty="0"/>
            </a:br>
            <a:r>
              <a:rPr lang="en-US" dirty="0"/>
              <a:t>After successful testing, the application is installed on servers and becomes live.</a:t>
            </a:r>
          </a:p>
          <a:p>
            <a:r>
              <a:rPr lang="en-US" b="1" dirty="0"/>
              <a:t>Key Activities in Deployment:</a:t>
            </a:r>
          </a:p>
          <a:p>
            <a:r>
              <a:rPr lang="en-US" dirty="0"/>
              <a:t>Final version release </a:t>
            </a:r>
          </a:p>
          <a:p>
            <a:r>
              <a:rPr lang="en-US" dirty="0"/>
              <a:t>Server setup and configuration </a:t>
            </a:r>
          </a:p>
          <a:p>
            <a:r>
              <a:rPr lang="en-US" dirty="0"/>
              <a:t>Database connection setup </a:t>
            </a:r>
          </a:p>
          <a:p>
            <a:r>
              <a:rPr lang="en-US" dirty="0"/>
              <a:t>Domain hosting and live access </a:t>
            </a:r>
          </a:p>
          <a:p>
            <a:r>
              <a:rPr lang="en-US" dirty="0"/>
              <a:t>App publishing (if mobile application)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F969B6-EE65-7A65-20EE-0CD73CDCF92E}"/>
              </a:ext>
            </a:extLst>
          </p:cNvPr>
          <p:cNvSpPr txBox="1"/>
          <p:nvPr/>
        </p:nvSpPr>
        <p:spPr>
          <a:xfrm>
            <a:off x="6124575" y="1041718"/>
            <a:ext cx="522922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2060"/>
                </a:solidFill>
              </a:rPr>
              <a:t>Case Study:</a:t>
            </a:r>
            <a:br>
              <a:rPr lang="en-US" sz="2000" dirty="0">
                <a:solidFill>
                  <a:srgbClr val="002060"/>
                </a:solidFill>
              </a:rPr>
            </a:br>
            <a:r>
              <a:rPr lang="en-US" sz="2000" dirty="0">
                <a:solidFill>
                  <a:srgbClr val="002060"/>
                </a:solidFill>
              </a:rPr>
              <a:t>Shopping app 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Uploaded to server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Made live on website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Published on Play Store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C7A62D-8D03-2C44-479C-1DE21F4A5A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771775"/>
            <a:ext cx="51435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915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5F511-1B53-6031-397B-DDF757C17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Maintenance Phase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C72DD1-CBD3-0AB8-D4A9-5E6B0BEBF7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33467"/>
            <a:ext cx="341947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Bug fixing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improvement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updates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599D71-8F28-5B20-04B7-A2891319BF95}"/>
              </a:ext>
            </a:extLst>
          </p:cNvPr>
          <p:cNvSpPr txBox="1"/>
          <p:nvPr/>
        </p:nvSpPr>
        <p:spPr>
          <a:xfrm>
            <a:off x="6029325" y="1690688"/>
            <a:ext cx="412432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Case Study: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Add discount coupons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Fix payment bugs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Improve app speed </a:t>
            </a:r>
          </a:p>
        </p:txBody>
      </p:sp>
    </p:spTree>
    <p:extLst>
      <p:ext uri="{BB962C8B-B14F-4D97-AF65-F5344CB8AC3E}">
        <p14:creationId xmlns:p14="http://schemas.microsoft.com/office/powerpoint/2010/main" val="3184745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DE6B6-FC2E-282F-E7E7-46862C5A7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SDLC Models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E62E7-A34E-8B8B-A35D-16EF5EDF7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Popular SDLC models:</a:t>
            </a:r>
          </a:p>
          <a:p>
            <a:r>
              <a:rPr lang="en-US" dirty="0"/>
              <a:t>Waterfall </a:t>
            </a:r>
          </a:p>
          <a:p>
            <a:r>
              <a:rPr lang="en-US" dirty="0"/>
              <a:t>Agile </a:t>
            </a:r>
          </a:p>
          <a:p>
            <a:r>
              <a:rPr lang="en-US" dirty="0"/>
              <a:t>Spiral </a:t>
            </a:r>
          </a:p>
          <a:p>
            <a:r>
              <a:rPr lang="en-US" dirty="0"/>
              <a:t>Each model has different approach.</a:t>
            </a:r>
          </a:p>
          <a:p>
            <a:r>
              <a:rPr lang="en-US" b="1" dirty="0"/>
              <a:t>Case Study:</a:t>
            </a:r>
            <a:br>
              <a:rPr lang="en-US" dirty="0"/>
            </a:br>
            <a:r>
              <a:rPr lang="en-US" dirty="0"/>
              <a:t>E-commerce apps mostly use </a:t>
            </a:r>
            <a:r>
              <a:rPr lang="en-US" b="1" dirty="0"/>
              <a:t>Agile Model</a:t>
            </a:r>
            <a:r>
              <a:rPr lang="en-US" dirty="0"/>
              <a:t> for continuous updates.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8937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897DEB4-4A88-4293-A935-9B25506C1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E42BC3-6707-4CBF-9386-048B994A4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3886" y="0"/>
            <a:ext cx="7538114" cy="6858000"/>
          </a:xfrm>
          <a:custGeom>
            <a:avLst/>
            <a:gdLst>
              <a:gd name="connsiteX0" fmla="*/ 366246 w 7538114"/>
              <a:gd name="connsiteY0" fmla="*/ 0 h 6858000"/>
              <a:gd name="connsiteX1" fmla="*/ 2830292 w 7538114"/>
              <a:gd name="connsiteY1" fmla="*/ 0 h 6858000"/>
              <a:gd name="connsiteX2" fmla="*/ 3903260 w 7538114"/>
              <a:gd name="connsiteY2" fmla="*/ 0 h 6858000"/>
              <a:gd name="connsiteX3" fmla="*/ 4597266 w 7538114"/>
              <a:gd name="connsiteY3" fmla="*/ 0 h 6858000"/>
              <a:gd name="connsiteX4" fmla="*/ 7192370 w 7538114"/>
              <a:gd name="connsiteY4" fmla="*/ 0 h 6858000"/>
              <a:gd name="connsiteX5" fmla="*/ 7538114 w 7538114"/>
              <a:gd name="connsiteY5" fmla="*/ 0 h 6858000"/>
              <a:gd name="connsiteX6" fmla="*/ 7538114 w 7538114"/>
              <a:gd name="connsiteY6" fmla="*/ 6858000 h 6858000"/>
              <a:gd name="connsiteX7" fmla="*/ 7192370 w 7538114"/>
              <a:gd name="connsiteY7" fmla="*/ 6858000 h 6858000"/>
              <a:gd name="connsiteX8" fmla="*/ 4597266 w 7538114"/>
              <a:gd name="connsiteY8" fmla="*/ 6858000 h 6858000"/>
              <a:gd name="connsiteX9" fmla="*/ 3903260 w 7538114"/>
              <a:gd name="connsiteY9" fmla="*/ 6858000 h 6858000"/>
              <a:gd name="connsiteX10" fmla="*/ 2830292 w 7538114"/>
              <a:gd name="connsiteY10" fmla="*/ 6858000 h 6858000"/>
              <a:gd name="connsiteX11" fmla="*/ 170314 w 7538114"/>
              <a:gd name="connsiteY11" fmla="*/ 6858000 h 6858000"/>
              <a:gd name="connsiteX12" fmla="*/ 170341 w 7538114"/>
              <a:gd name="connsiteY12" fmla="*/ 6857759 h 6858000"/>
              <a:gd name="connsiteX13" fmla="*/ 173485 w 7538114"/>
              <a:gd name="connsiteY13" fmla="*/ 6852129 h 6858000"/>
              <a:gd name="connsiteX14" fmla="*/ 167544 w 7538114"/>
              <a:gd name="connsiteY14" fmla="*/ 6830335 h 6858000"/>
              <a:gd name="connsiteX15" fmla="*/ 163472 w 7538114"/>
              <a:gd name="connsiteY15" fmla="*/ 6796707 h 6858000"/>
              <a:gd name="connsiteX16" fmla="*/ 160535 w 7538114"/>
              <a:gd name="connsiteY16" fmla="*/ 6780725 h 6858000"/>
              <a:gd name="connsiteX17" fmla="*/ 162318 w 7538114"/>
              <a:gd name="connsiteY17" fmla="*/ 6767829 h 6858000"/>
              <a:gd name="connsiteX18" fmla="*/ 162771 w 7538114"/>
              <a:gd name="connsiteY18" fmla="*/ 6694444 h 6858000"/>
              <a:gd name="connsiteX19" fmla="*/ 165604 w 7538114"/>
              <a:gd name="connsiteY19" fmla="*/ 6677569 h 6858000"/>
              <a:gd name="connsiteX20" fmla="*/ 171255 w 7538114"/>
              <a:gd name="connsiteY20" fmla="*/ 6669571 h 6858000"/>
              <a:gd name="connsiteX21" fmla="*/ 169240 w 7538114"/>
              <a:gd name="connsiteY21" fmla="*/ 6663304 h 6858000"/>
              <a:gd name="connsiteX22" fmla="*/ 169039 w 7538114"/>
              <a:gd name="connsiteY22" fmla="*/ 6618916 h 6858000"/>
              <a:gd name="connsiteX23" fmla="*/ 168392 w 7538114"/>
              <a:gd name="connsiteY23" fmla="*/ 6589960 h 6858000"/>
              <a:gd name="connsiteX24" fmla="*/ 160636 w 7538114"/>
              <a:gd name="connsiteY24" fmla="*/ 6588200 h 6858000"/>
              <a:gd name="connsiteX25" fmla="*/ 157872 w 7538114"/>
              <a:gd name="connsiteY25" fmla="*/ 6562416 h 6858000"/>
              <a:gd name="connsiteX26" fmla="*/ 162851 w 7538114"/>
              <a:gd name="connsiteY26" fmla="*/ 6534939 h 6858000"/>
              <a:gd name="connsiteX27" fmla="*/ 162153 w 7538114"/>
              <a:gd name="connsiteY27" fmla="*/ 6502552 h 6858000"/>
              <a:gd name="connsiteX28" fmla="*/ 161821 w 7538114"/>
              <a:gd name="connsiteY28" fmla="*/ 6483172 h 6858000"/>
              <a:gd name="connsiteX29" fmla="*/ 154586 w 7538114"/>
              <a:gd name="connsiteY29" fmla="*/ 6432309 h 6858000"/>
              <a:gd name="connsiteX30" fmla="*/ 127078 w 7538114"/>
              <a:gd name="connsiteY30" fmla="*/ 6349783 h 6858000"/>
              <a:gd name="connsiteX31" fmla="*/ 123181 w 7538114"/>
              <a:gd name="connsiteY31" fmla="*/ 6323872 h 6858000"/>
              <a:gd name="connsiteX32" fmla="*/ 124767 w 7538114"/>
              <a:gd name="connsiteY32" fmla="*/ 6319343 h 6858000"/>
              <a:gd name="connsiteX33" fmla="*/ 108246 w 7538114"/>
              <a:gd name="connsiteY33" fmla="*/ 6190348 h 6858000"/>
              <a:gd name="connsiteX34" fmla="*/ 107279 w 7538114"/>
              <a:gd name="connsiteY34" fmla="*/ 6167269 h 6858000"/>
              <a:gd name="connsiteX35" fmla="*/ 107883 w 7538114"/>
              <a:gd name="connsiteY35" fmla="*/ 6149986 h 6858000"/>
              <a:gd name="connsiteX36" fmla="*/ 102380 w 7538114"/>
              <a:gd name="connsiteY36" fmla="*/ 6108622 h 6858000"/>
              <a:gd name="connsiteX37" fmla="*/ 90314 w 7538114"/>
              <a:gd name="connsiteY37" fmla="*/ 6041155 h 6858000"/>
              <a:gd name="connsiteX38" fmla="*/ 88409 w 7538114"/>
              <a:gd name="connsiteY38" fmla="*/ 6026587 h 6858000"/>
              <a:gd name="connsiteX39" fmla="*/ 89403 w 7538114"/>
              <a:gd name="connsiteY39" fmla="*/ 6013265 h 6858000"/>
              <a:gd name="connsiteX40" fmla="*/ 91927 w 7538114"/>
              <a:gd name="connsiteY40" fmla="*/ 6009478 h 6858000"/>
              <a:gd name="connsiteX41" fmla="*/ 91302 w 7538114"/>
              <a:gd name="connsiteY41" fmla="*/ 6001336 h 6858000"/>
              <a:gd name="connsiteX42" fmla="*/ 91687 w 7538114"/>
              <a:gd name="connsiteY42" fmla="*/ 5999003 h 6858000"/>
              <a:gd name="connsiteX43" fmla="*/ 93336 w 7538114"/>
              <a:gd name="connsiteY43" fmla="*/ 5985795 h 6858000"/>
              <a:gd name="connsiteX44" fmla="*/ 83190 w 7538114"/>
              <a:gd name="connsiteY44" fmla="*/ 5961758 h 6858000"/>
              <a:gd name="connsiteX45" fmla="*/ 81952 w 7538114"/>
              <a:gd name="connsiteY45" fmla="*/ 5928761 h 6858000"/>
              <a:gd name="connsiteX46" fmla="*/ 67420 w 7538114"/>
              <a:gd name="connsiteY46" fmla="*/ 5787247 h 6858000"/>
              <a:gd name="connsiteX47" fmla="*/ 50760 w 7538114"/>
              <a:gd name="connsiteY47" fmla="*/ 5710700 h 6858000"/>
              <a:gd name="connsiteX48" fmla="*/ 42956 w 7538114"/>
              <a:gd name="connsiteY48" fmla="*/ 5641754 h 6858000"/>
              <a:gd name="connsiteX49" fmla="*/ 29695 w 7538114"/>
              <a:gd name="connsiteY49" fmla="*/ 5602326 h 6858000"/>
              <a:gd name="connsiteX50" fmla="*/ 18841 w 7538114"/>
              <a:gd name="connsiteY50" fmla="*/ 5570885 h 6858000"/>
              <a:gd name="connsiteX51" fmla="*/ 9977 w 7538114"/>
              <a:gd name="connsiteY51" fmla="*/ 5543492 h 6858000"/>
              <a:gd name="connsiteX52" fmla="*/ 5255 w 7538114"/>
              <a:gd name="connsiteY52" fmla="*/ 5531024 h 6858000"/>
              <a:gd name="connsiteX53" fmla="*/ 5447 w 7538114"/>
              <a:gd name="connsiteY53" fmla="*/ 5527845 h 6858000"/>
              <a:gd name="connsiteX54" fmla="*/ 0 w 7538114"/>
              <a:gd name="connsiteY54" fmla="*/ 5507724 h 6858000"/>
              <a:gd name="connsiteX55" fmla="*/ 435 w 7538114"/>
              <a:gd name="connsiteY55" fmla="*/ 5507045 h 6858000"/>
              <a:gd name="connsiteX56" fmla="*/ 1128 w 7538114"/>
              <a:gd name="connsiteY56" fmla="*/ 5499619 h 6858000"/>
              <a:gd name="connsiteX57" fmla="*/ 1291 w 7538114"/>
              <a:gd name="connsiteY57" fmla="*/ 5486342 h 6858000"/>
              <a:gd name="connsiteX58" fmla="*/ 7976 w 7538114"/>
              <a:gd name="connsiteY58" fmla="*/ 5450755 h 6858000"/>
              <a:gd name="connsiteX59" fmla="*/ 2355 w 7538114"/>
              <a:gd name="connsiteY59" fmla="*/ 5429732 h 6858000"/>
              <a:gd name="connsiteX60" fmla="*/ 1499 w 7538114"/>
              <a:gd name="connsiteY60" fmla="*/ 5370432 h 6858000"/>
              <a:gd name="connsiteX61" fmla="*/ 11483 w 7538114"/>
              <a:gd name="connsiteY61" fmla="*/ 5308330 h 6858000"/>
              <a:gd name="connsiteX62" fmla="*/ 12793 w 7538114"/>
              <a:gd name="connsiteY62" fmla="*/ 5246026 h 6858000"/>
              <a:gd name="connsiteX63" fmla="*/ 12525 w 7538114"/>
              <a:gd name="connsiteY63" fmla="*/ 5223468 h 6858000"/>
              <a:gd name="connsiteX64" fmla="*/ 15322 w 7538114"/>
              <a:gd name="connsiteY64" fmla="*/ 5183258 h 6858000"/>
              <a:gd name="connsiteX65" fmla="*/ 18633 w 7538114"/>
              <a:gd name="connsiteY65" fmla="*/ 5164842 h 6858000"/>
              <a:gd name="connsiteX66" fmla="*/ 18428 w 7538114"/>
              <a:gd name="connsiteY66" fmla="*/ 5164034 h 6858000"/>
              <a:gd name="connsiteX67" fmla="*/ 19854 w 7538114"/>
              <a:gd name="connsiteY67" fmla="*/ 5162388 h 6858000"/>
              <a:gd name="connsiteX68" fmla="*/ 20514 w 7538114"/>
              <a:gd name="connsiteY68" fmla="*/ 5158981 h 6858000"/>
              <a:gd name="connsiteX69" fmla="*/ 20089 w 7538114"/>
              <a:gd name="connsiteY69" fmla="*/ 5149681 h 6858000"/>
              <a:gd name="connsiteX70" fmla="*/ 19561 w 7538114"/>
              <a:gd name="connsiteY70" fmla="*/ 5146183 h 6858000"/>
              <a:gd name="connsiteX71" fmla="*/ 19571 w 7538114"/>
              <a:gd name="connsiteY71" fmla="*/ 5141065 h 6858000"/>
              <a:gd name="connsiteX72" fmla="*/ 19690 w 7538114"/>
              <a:gd name="connsiteY72" fmla="*/ 5140937 h 6858000"/>
              <a:gd name="connsiteX73" fmla="*/ 19471 w 7538114"/>
              <a:gd name="connsiteY73" fmla="*/ 5136144 h 6858000"/>
              <a:gd name="connsiteX74" fmla="*/ 16918 w 7538114"/>
              <a:gd name="connsiteY74" fmla="*/ 5112689 h 6858000"/>
              <a:gd name="connsiteX75" fmla="*/ 28071 w 7538114"/>
              <a:gd name="connsiteY75" fmla="*/ 5081696 h 6858000"/>
              <a:gd name="connsiteX76" fmla="*/ 30005 w 7538114"/>
              <a:gd name="connsiteY76" fmla="*/ 5068879 h 6858000"/>
              <a:gd name="connsiteX77" fmla="*/ 31661 w 7538114"/>
              <a:gd name="connsiteY77" fmla="*/ 5062033 h 6858000"/>
              <a:gd name="connsiteX78" fmla="*/ 32169 w 7538114"/>
              <a:gd name="connsiteY78" fmla="*/ 5061608 h 6858000"/>
              <a:gd name="connsiteX79" fmla="*/ 27436 w 7538114"/>
              <a:gd name="connsiteY79" fmla="*/ 5021480 h 6858000"/>
              <a:gd name="connsiteX80" fmla="*/ 26614 w 7538114"/>
              <a:gd name="connsiteY80" fmla="*/ 5013906 h 6858000"/>
              <a:gd name="connsiteX81" fmla="*/ 25056 w 7538114"/>
              <a:gd name="connsiteY81" fmla="*/ 5011767 h 6858000"/>
              <a:gd name="connsiteX82" fmla="*/ 24513 w 7538114"/>
              <a:gd name="connsiteY82" fmla="*/ 5000592 h 6858000"/>
              <a:gd name="connsiteX83" fmla="*/ 24951 w 7538114"/>
              <a:gd name="connsiteY83" fmla="*/ 4999307 h 6858000"/>
              <a:gd name="connsiteX84" fmla="*/ 22644 w 7538114"/>
              <a:gd name="connsiteY84" fmla="*/ 4990090 h 6858000"/>
              <a:gd name="connsiteX85" fmla="*/ 18465 w 7538114"/>
              <a:gd name="connsiteY85" fmla="*/ 4982366 h 6858000"/>
              <a:gd name="connsiteX86" fmla="*/ 20888 w 7538114"/>
              <a:gd name="connsiteY86" fmla="*/ 4887310 h 6858000"/>
              <a:gd name="connsiteX87" fmla="*/ 15781 w 7538114"/>
              <a:gd name="connsiteY87" fmla="*/ 4807298 h 6858000"/>
              <a:gd name="connsiteX88" fmla="*/ 19649 w 7538114"/>
              <a:gd name="connsiteY88" fmla="*/ 4779990 h 6858000"/>
              <a:gd name="connsiteX89" fmla="*/ 21858 w 7538114"/>
              <a:gd name="connsiteY89" fmla="*/ 4664237 h 6858000"/>
              <a:gd name="connsiteX90" fmla="*/ 13583 w 7538114"/>
              <a:gd name="connsiteY90" fmla="*/ 4598607 h 6858000"/>
              <a:gd name="connsiteX91" fmla="*/ 7118 w 7538114"/>
              <a:gd name="connsiteY91" fmla="*/ 4546768 h 6858000"/>
              <a:gd name="connsiteX92" fmla="*/ 14555 w 7538114"/>
              <a:gd name="connsiteY92" fmla="*/ 4522182 h 6858000"/>
              <a:gd name="connsiteX93" fmla="*/ 17290 w 7538114"/>
              <a:gd name="connsiteY93" fmla="*/ 4509768 h 6858000"/>
              <a:gd name="connsiteX94" fmla="*/ 17421 w 7538114"/>
              <a:gd name="connsiteY94" fmla="*/ 4494586 h 6858000"/>
              <a:gd name="connsiteX95" fmla="*/ 18193 w 7538114"/>
              <a:gd name="connsiteY95" fmla="*/ 4440649 h 6858000"/>
              <a:gd name="connsiteX96" fmla="*/ 16616 w 7538114"/>
              <a:gd name="connsiteY96" fmla="*/ 4431853 h 6858000"/>
              <a:gd name="connsiteX97" fmla="*/ 19246 w 7538114"/>
              <a:gd name="connsiteY97" fmla="*/ 4403141 h 6858000"/>
              <a:gd name="connsiteX98" fmla="*/ 19623 w 7538114"/>
              <a:gd name="connsiteY98" fmla="*/ 4356631 h 6858000"/>
              <a:gd name="connsiteX99" fmla="*/ 20293 w 7538114"/>
              <a:gd name="connsiteY99" fmla="*/ 4339937 h 6858000"/>
              <a:gd name="connsiteX100" fmla="*/ 18752 w 7538114"/>
              <a:gd name="connsiteY100" fmla="*/ 4331435 h 6858000"/>
              <a:gd name="connsiteX101" fmla="*/ 24901 w 7538114"/>
              <a:gd name="connsiteY101" fmla="*/ 4320990 h 6858000"/>
              <a:gd name="connsiteX102" fmla="*/ 23734 w 7538114"/>
              <a:gd name="connsiteY102" fmla="*/ 4309111 h 6858000"/>
              <a:gd name="connsiteX103" fmla="*/ 29040 w 7538114"/>
              <a:gd name="connsiteY103" fmla="*/ 4263489 h 6858000"/>
              <a:gd name="connsiteX104" fmla="*/ 29429 w 7538114"/>
              <a:gd name="connsiteY104" fmla="*/ 4258775 h 6858000"/>
              <a:gd name="connsiteX105" fmla="*/ 33702 w 7538114"/>
              <a:gd name="connsiteY105" fmla="*/ 4248512 h 6858000"/>
              <a:gd name="connsiteX106" fmla="*/ 37356 w 7538114"/>
              <a:gd name="connsiteY106" fmla="*/ 4228644 h 6858000"/>
              <a:gd name="connsiteX107" fmla="*/ 50107 w 7538114"/>
              <a:gd name="connsiteY107" fmla="*/ 4193665 h 6858000"/>
              <a:gd name="connsiteX108" fmla="*/ 56192 w 7538114"/>
              <a:gd name="connsiteY108" fmla="*/ 4173105 h 6858000"/>
              <a:gd name="connsiteX109" fmla="*/ 61800 w 7538114"/>
              <a:gd name="connsiteY109" fmla="*/ 4159194 h 6858000"/>
              <a:gd name="connsiteX110" fmla="*/ 69720 w 7538114"/>
              <a:gd name="connsiteY110" fmla="*/ 4118135 h 6858000"/>
              <a:gd name="connsiteX111" fmla="*/ 80190 w 7538114"/>
              <a:gd name="connsiteY111" fmla="*/ 4047713 h 6858000"/>
              <a:gd name="connsiteX112" fmla="*/ 96666 w 7538114"/>
              <a:gd name="connsiteY112" fmla="*/ 3980780 h 6858000"/>
              <a:gd name="connsiteX113" fmla="*/ 107651 w 7538114"/>
              <a:gd name="connsiteY113" fmla="*/ 3941872 h 6858000"/>
              <a:gd name="connsiteX114" fmla="*/ 118444 w 7538114"/>
              <a:gd name="connsiteY114" fmla="*/ 3897465 h 6858000"/>
              <a:gd name="connsiteX115" fmla="*/ 134545 w 7538114"/>
              <a:gd name="connsiteY115" fmla="*/ 3811132 h 6858000"/>
              <a:gd name="connsiteX116" fmla="*/ 145381 w 7538114"/>
              <a:gd name="connsiteY116" fmla="*/ 3746540 h 6858000"/>
              <a:gd name="connsiteX117" fmla="*/ 146587 w 7538114"/>
              <a:gd name="connsiteY117" fmla="*/ 3670275 h 6858000"/>
              <a:gd name="connsiteX118" fmla="*/ 165690 w 7538114"/>
              <a:gd name="connsiteY118" fmla="*/ 3580981 h 6858000"/>
              <a:gd name="connsiteX119" fmla="*/ 163175 w 7538114"/>
              <a:gd name="connsiteY119" fmla="*/ 3570960 h 6858000"/>
              <a:gd name="connsiteX120" fmla="*/ 162665 w 7538114"/>
              <a:gd name="connsiteY120" fmla="*/ 3560693 h 6858000"/>
              <a:gd name="connsiteX121" fmla="*/ 163299 w 7538114"/>
              <a:gd name="connsiteY121" fmla="*/ 3559743 h 6858000"/>
              <a:gd name="connsiteX122" fmla="*/ 164777 w 7538114"/>
              <a:gd name="connsiteY122" fmla="*/ 3548721 h 6858000"/>
              <a:gd name="connsiteX123" fmla="*/ 163708 w 7538114"/>
              <a:gd name="connsiteY123" fmla="*/ 3545693 h 6858000"/>
              <a:gd name="connsiteX124" fmla="*/ 164286 w 7538114"/>
              <a:gd name="connsiteY124" fmla="*/ 3537938 h 6858000"/>
              <a:gd name="connsiteX125" fmla="*/ 164247 w 7538114"/>
              <a:gd name="connsiteY125" fmla="*/ 3522141 h 6858000"/>
              <a:gd name="connsiteX126" fmla="*/ 165343 w 7538114"/>
              <a:gd name="connsiteY126" fmla="*/ 3519672 h 6858000"/>
              <a:gd name="connsiteX127" fmla="*/ 167001 w 7538114"/>
              <a:gd name="connsiteY127" fmla="*/ 3496604 h 6858000"/>
              <a:gd name="connsiteX128" fmla="*/ 167547 w 7538114"/>
              <a:gd name="connsiteY128" fmla="*/ 3496517 h 6858000"/>
              <a:gd name="connsiteX129" fmla="*/ 170301 w 7538114"/>
              <a:gd name="connsiteY129" fmla="*/ 3491023 h 6858000"/>
              <a:gd name="connsiteX130" fmla="*/ 174371 w 7538114"/>
              <a:gd name="connsiteY130" fmla="*/ 3479998 h 6858000"/>
              <a:gd name="connsiteX131" fmla="*/ 190228 w 7538114"/>
              <a:gd name="connsiteY131" fmla="*/ 3457434 h 6858000"/>
              <a:gd name="connsiteX132" fmla="*/ 192016 w 7538114"/>
              <a:gd name="connsiteY132" fmla="*/ 3433411 h 6858000"/>
              <a:gd name="connsiteX133" fmla="*/ 192663 w 7538114"/>
              <a:gd name="connsiteY133" fmla="*/ 3428691 h 6858000"/>
              <a:gd name="connsiteX134" fmla="*/ 192793 w 7538114"/>
              <a:gd name="connsiteY134" fmla="*/ 3428643 h 6858000"/>
              <a:gd name="connsiteX135" fmla="*/ 193710 w 7538114"/>
              <a:gd name="connsiteY135" fmla="*/ 3423760 h 6858000"/>
              <a:gd name="connsiteX136" fmla="*/ 193839 w 7538114"/>
              <a:gd name="connsiteY136" fmla="*/ 3420085 h 6858000"/>
              <a:gd name="connsiteX137" fmla="*/ 195094 w 7538114"/>
              <a:gd name="connsiteY137" fmla="*/ 3410930 h 6858000"/>
              <a:gd name="connsiteX138" fmla="*/ 196311 w 7538114"/>
              <a:gd name="connsiteY138" fmla="*/ 3408092 h 6858000"/>
              <a:gd name="connsiteX139" fmla="*/ 197928 w 7538114"/>
              <a:gd name="connsiteY139" fmla="*/ 3407419 h 6858000"/>
              <a:gd name="connsiteX140" fmla="*/ 197881 w 7538114"/>
              <a:gd name="connsiteY140" fmla="*/ 3406520 h 6858000"/>
              <a:gd name="connsiteX141" fmla="*/ 204222 w 7538114"/>
              <a:gd name="connsiteY141" fmla="*/ 3391015 h 6858000"/>
              <a:gd name="connsiteX142" fmla="*/ 213950 w 7538114"/>
              <a:gd name="connsiteY142" fmla="*/ 3354361 h 6858000"/>
              <a:gd name="connsiteX143" fmla="*/ 217699 w 7538114"/>
              <a:gd name="connsiteY143" fmla="*/ 3332639 h 6858000"/>
              <a:gd name="connsiteX144" fmla="*/ 229963 w 7538114"/>
              <a:gd name="connsiteY144" fmla="*/ 3273935 h 6858000"/>
              <a:gd name="connsiteX145" fmla="*/ 243785 w 7538114"/>
              <a:gd name="connsiteY145" fmla="*/ 3215621 h 6858000"/>
              <a:gd name="connsiteX146" fmla="*/ 259175 w 7538114"/>
              <a:gd name="connsiteY146" fmla="*/ 3189909 h 6858000"/>
              <a:gd name="connsiteX147" fmla="*/ 259988 w 7538114"/>
              <a:gd name="connsiteY147" fmla="*/ 3186579 h 6858000"/>
              <a:gd name="connsiteX148" fmla="*/ 259980 w 7538114"/>
              <a:gd name="connsiteY148" fmla="*/ 3177264 h 6858000"/>
              <a:gd name="connsiteX149" fmla="*/ 259609 w 7538114"/>
              <a:gd name="connsiteY149" fmla="*/ 3173723 h 6858000"/>
              <a:gd name="connsiteX150" fmla="*/ 259848 w 7538114"/>
              <a:gd name="connsiteY150" fmla="*/ 3168622 h 6858000"/>
              <a:gd name="connsiteX151" fmla="*/ 259971 w 7538114"/>
              <a:gd name="connsiteY151" fmla="*/ 3168508 h 6858000"/>
              <a:gd name="connsiteX152" fmla="*/ 259966 w 7538114"/>
              <a:gd name="connsiteY152" fmla="*/ 3163706 h 6858000"/>
              <a:gd name="connsiteX153" fmla="*/ 258467 w 7538114"/>
              <a:gd name="connsiteY153" fmla="*/ 3140064 h 6858000"/>
              <a:gd name="connsiteX154" fmla="*/ 270990 w 7538114"/>
              <a:gd name="connsiteY154" fmla="*/ 3110288 h 6858000"/>
              <a:gd name="connsiteX155" fmla="*/ 273494 w 7538114"/>
              <a:gd name="connsiteY155" fmla="*/ 3097704 h 6858000"/>
              <a:gd name="connsiteX156" fmla="*/ 275456 w 7538114"/>
              <a:gd name="connsiteY156" fmla="*/ 3091047 h 6858000"/>
              <a:gd name="connsiteX157" fmla="*/ 275980 w 7538114"/>
              <a:gd name="connsiteY157" fmla="*/ 3090672 h 6858000"/>
              <a:gd name="connsiteX158" fmla="*/ 274486 w 7538114"/>
              <a:gd name="connsiteY158" fmla="*/ 3068004 h 6858000"/>
              <a:gd name="connsiteX159" fmla="*/ 275226 w 7538114"/>
              <a:gd name="connsiteY159" fmla="*/ 3065087 h 6858000"/>
              <a:gd name="connsiteX160" fmla="*/ 273050 w 7538114"/>
              <a:gd name="connsiteY160" fmla="*/ 3050191 h 6858000"/>
              <a:gd name="connsiteX161" fmla="*/ 272566 w 7538114"/>
              <a:gd name="connsiteY161" fmla="*/ 3042559 h 6858000"/>
              <a:gd name="connsiteX162" fmla="*/ 271107 w 7538114"/>
              <a:gd name="connsiteY162" fmla="*/ 3040271 h 6858000"/>
              <a:gd name="connsiteX163" fmla="*/ 271065 w 7538114"/>
              <a:gd name="connsiteY163" fmla="*/ 3029072 h 6858000"/>
              <a:gd name="connsiteX164" fmla="*/ 271558 w 7538114"/>
              <a:gd name="connsiteY164" fmla="*/ 3027835 h 6858000"/>
              <a:gd name="connsiteX165" fmla="*/ 268717 w 7538114"/>
              <a:gd name="connsiteY165" fmla="*/ 2964245 h 6858000"/>
              <a:gd name="connsiteX166" fmla="*/ 272511 w 7538114"/>
              <a:gd name="connsiteY166" fmla="*/ 2915772 h 6858000"/>
              <a:gd name="connsiteX167" fmla="*/ 270356 w 7538114"/>
              <a:gd name="connsiteY167" fmla="*/ 2825842 h 6858000"/>
              <a:gd name="connsiteX168" fmla="*/ 273897 w 7538114"/>
              <a:gd name="connsiteY168" fmla="*/ 2734957 h 6858000"/>
              <a:gd name="connsiteX169" fmla="*/ 274458 w 7538114"/>
              <a:gd name="connsiteY169" fmla="*/ 2636572 h 6858000"/>
              <a:gd name="connsiteX170" fmla="*/ 279157 w 7538114"/>
              <a:gd name="connsiteY170" fmla="*/ 2604260 h 6858000"/>
              <a:gd name="connsiteX171" fmla="*/ 288131 w 7538114"/>
              <a:gd name="connsiteY171" fmla="*/ 2582747 h 6858000"/>
              <a:gd name="connsiteX172" fmla="*/ 282516 w 7538114"/>
              <a:gd name="connsiteY172" fmla="*/ 2478755 h 6858000"/>
              <a:gd name="connsiteX173" fmla="*/ 287359 w 7538114"/>
              <a:gd name="connsiteY173" fmla="*/ 2451804 h 6858000"/>
              <a:gd name="connsiteX174" fmla="*/ 289577 w 7538114"/>
              <a:gd name="connsiteY174" fmla="*/ 2408801 h 6858000"/>
              <a:gd name="connsiteX175" fmla="*/ 293203 w 7538114"/>
              <a:gd name="connsiteY175" fmla="*/ 2392670 h 6858000"/>
              <a:gd name="connsiteX176" fmla="*/ 304183 w 7538114"/>
              <a:gd name="connsiteY176" fmla="*/ 2330165 h 6858000"/>
              <a:gd name="connsiteX177" fmla="*/ 310900 w 7538114"/>
              <a:gd name="connsiteY177" fmla="*/ 2276363 h 6858000"/>
              <a:gd name="connsiteX178" fmla="*/ 303909 w 7538114"/>
              <a:gd name="connsiteY178" fmla="*/ 2236310 h 6858000"/>
              <a:gd name="connsiteX179" fmla="*/ 306187 w 7538114"/>
              <a:gd name="connsiteY179" fmla="*/ 2232984 h 6858000"/>
              <a:gd name="connsiteX180" fmla="*/ 307158 w 7538114"/>
              <a:gd name="connsiteY180" fmla="*/ 2205763 h 6858000"/>
              <a:gd name="connsiteX181" fmla="*/ 304860 w 7538114"/>
              <a:gd name="connsiteY181" fmla="*/ 2145703 h 6858000"/>
              <a:gd name="connsiteX182" fmla="*/ 304273 w 7538114"/>
              <a:gd name="connsiteY182" fmla="*/ 2092533 h 6858000"/>
              <a:gd name="connsiteX183" fmla="*/ 301642 w 7538114"/>
              <a:gd name="connsiteY183" fmla="*/ 2057359 h 6858000"/>
              <a:gd name="connsiteX184" fmla="*/ 306736 w 7538114"/>
              <a:gd name="connsiteY184" fmla="*/ 2016105 h 6858000"/>
              <a:gd name="connsiteX185" fmla="*/ 316234 w 7538114"/>
              <a:gd name="connsiteY185" fmla="*/ 1983129 h 6858000"/>
              <a:gd name="connsiteX186" fmla="*/ 318238 w 7538114"/>
              <a:gd name="connsiteY186" fmla="*/ 1956745 h 6858000"/>
              <a:gd name="connsiteX187" fmla="*/ 311341 w 7538114"/>
              <a:gd name="connsiteY187" fmla="*/ 1950160 h 6858000"/>
              <a:gd name="connsiteX188" fmla="*/ 323556 w 7538114"/>
              <a:gd name="connsiteY188" fmla="*/ 1879546 h 6858000"/>
              <a:gd name="connsiteX189" fmla="*/ 326085 w 7538114"/>
              <a:gd name="connsiteY189" fmla="*/ 1854893 h 6858000"/>
              <a:gd name="connsiteX190" fmla="*/ 335058 w 7538114"/>
              <a:gd name="connsiteY190" fmla="*/ 1787684 h 6858000"/>
              <a:gd name="connsiteX191" fmla="*/ 345620 w 7538114"/>
              <a:gd name="connsiteY191" fmla="*/ 1720464 h 6858000"/>
              <a:gd name="connsiteX192" fmla="*/ 360760 w 7538114"/>
              <a:gd name="connsiteY192" fmla="*/ 1681196 h 6858000"/>
              <a:gd name="connsiteX193" fmla="*/ 368483 w 7538114"/>
              <a:gd name="connsiteY193" fmla="*/ 1625881 h 6858000"/>
              <a:gd name="connsiteX194" fmla="*/ 371077 w 7538114"/>
              <a:gd name="connsiteY194" fmla="*/ 1616704 h 6858000"/>
              <a:gd name="connsiteX195" fmla="*/ 383008 w 7538114"/>
              <a:gd name="connsiteY195" fmla="*/ 1551493 h 6858000"/>
              <a:gd name="connsiteX196" fmla="*/ 384834 w 7538114"/>
              <a:gd name="connsiteY196" fmla="*/ 1475233 h 6858000"/>
              <a:gd name="connsiteX197" fmla="*/ 418371 w 7538114"/>
              <a:gd name="connsiteY197" fmla="*/ 1380155 h 6858000"/>
              <a:gd name="connsiteX198" fmla="*/ 469641 w 7538114"/>
              <a:gd name="connsiteY198" fmla="*/ 1210871 h 6858000"/>
              <a:gd name="connsiteX199" fmla="*/ 489701 w 7538114"/>
              <a:gd name="connsiteY199" fmla="*/ 1028427 h 6858000"/>
              <a:gd name="connsiteX200" fmla="*/ 486354 w 7538114"/>
              <a:gd name="connsiteY200" fmla="*/ 980383 h 6858000"/>
              <a:gd name="connsiteX201" fmla="*/ 479762 w 7538114"/>
              <a:gd name="connsiteY201" fmla="*/ 839699 h 6858000"/>
              <a:gd name="connsiteX202" fmla="*/ 445664 w 7538114"/>
              <a:gd name="connsiteY202" fmla="*/ 696545 h 6858000"/>
              <a:gd name="connsiteX203" fmla="*/ 440047 w 7538114"/>
              <a:gd name="connsiteY203" fmla="*/ 606615 h 6858000"/>
              <a:gd name="connsiteX204" fmla="*/ 431225 w 7538114"/>
              <a:gd name="connsiteY204" fmla="*/ 563889 h 6858000"/>
              <a:gd name="connsiteX205" fmla="*/ 430803 w 7538114"/>
              <a:gd name="connsiteY205" fmla="*/ 534294 h 6858000"/>
              <a:gd name="connsiteX206" fmla="*/ 429777 w 7538114"/>
              <a:gd name="connsiteY206" fmla="*/ 516548 h 6858000"/>
              <a:gd name="connsiteX207" fmla="*/ 415090 w 7538114"/>
              <a:gd name="connsiteY207" fmla="*/ 485808 h 6858000"/>
              <a:gd name="connsiteX208" fmla="*/ 410499 w 7538114"/>
              <a:gd name="connsiteY208" fmla="*/ 369873 h 6858000"/>
              <a:gd name="connsiteX209" fmla="*/ 425314 w 7538114"/>
              <a:gd name="connsiteY209" fmla="*/ 259180 h 6858000"/>
              <a:gd name="connsiteX210" fmla="*/ 383240 w 7538114"/>
              <a:gd name="connsiteY210" fmla="*/ 94173 h 6858000"/>
              <a:gd name="connsiteX211" fmla="*/ 379938 w 7538114"/>
              <a:gd name="connsiteY211" fmla="*/ 77267 h 6858000"/>
              <a:gd name="connsiteX212" fmla="*/ 373430 w 7538114"/>
              <a:gd name="connsiteY212" fmla="*/ 3885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538114" h="6858000">
                <a:moveTo>
                  <a:pt x="366246" y="0"/>
                </a:moveTo>
                <a:lnTo>
                  <a:pt x="2830292" y="0"/>
                </a:lnTo>
                <a:lnTo>
                  <a:pt x="3903260" y="0"/>
                </a:lnTo>
                <a:lnTo>
                  <a:pt x="4597266" y="0"/>
                </a:lnTo>
                <a:lnTo>
                  <a:pt x="7192370" y="0"/>
                </a:lnTo>
                <a:lnTo>
                  <a:pt x="7538114" y="0"/>
                </a:lnTo>
                <a:lnTo>
                  <a:pt x="7538114" y="6858000"/>
                </a:lnTo>
                <a:lnTo>
                  <a:pt x="7192370" y="6858000"/>
                </a:lnTo>
                <a:lnTo>
                  <a:pt x="4597266" y="6858000"/>
                </a:lnTo>
                <a:lnTo>
                  <a:pt x="3903260" y="6858000"/>
                </a:lnTo>
                <a:lnTo>
                  <a:pt x="2830292" y="6858000"/>
                </a:lnTo>
                <a:lnTo>
                  <a:pt x="170314" y="6858000"/>
                </a:lnTo>
                <a:cubicBezTo>
                  <a:pt x="170323" y="6857920"/>
                  <a:pt x="170332" y="6857839"/>
                  <a:pt x="170341" y="6857759"/>
                </a:cubicBezTo>
                <a:lnTo>
                  <a:pt x="173485" y="6852129"/>
                </a:lnTo>
                <a:lnTo>
                  <a:pt x="167544" y="6830335"/>
                </a:lnTo>
                <a:cubicBezTo>
                  <a:pt x="165474" y="6819600"/>
                  <a:pt x="164100" y="6808301"/>
                  <a:pt x="163472" y="6796707"/>
                </a:cubicBezTo>
                <a:cubicBezTo>
                  <a:pt x="167658" y="6794106"/>
                  <a:pt x="161711" y="6785006"/>
                  <a:pt x="160535" y="6780725"/>
                </a:cubicBezTo>
                <a:cubicBezTo>
                  <a:pt x="163268" y="6780680"/>
                  <a:pt x="164578" y="6771195"/>
                  <a:pt x="162318" y="6767829"/>
                </a:cubicBezTo>
                <a:cubicBezTo>
                  <a:pt x="152545" y="6697090"/>
                  <a:pt x="178083" y="6736894"/>
                  <a:pt x="162771" y="6694444"/>
                </a:cubicBezTo>
                <a:cubicBezTo>
                  <a:pt x="161971" y="6687342"/>
                  <a:pt x="163342" y="6682014"/>
                  <a:pt x="165604" y="6677569"/>
                </a:cubicBezTo>
                <a:lnTo>
                  <a:pt x="171255" y="6669571"/>
                </a:lnTo>
                <a:lnTo>
                  <a:pt x="169240" y="6663304"/>
                </a:lnTo>
                <a:cubicBezTo>
                  <a:pt x="169082" y="6639651"/>
                  <a:pt x="174873" y="6632678"/>
                  <a:pt x="169039" y="6618916"/>
                </a:cubicBezTo>
                <a:cubicBezTo>
                  <a:pt x="181164" y="6598580"/>
                  <a:pt x="170248" y="6605428"/>
                  <a:pt x="168392" y="6589960"/>
                </a:cubicBezTo>
                <a:cubicBezTo>
                  <a:pt x="165975" y="6577758"/>
                  <a:pt x="161323" y="6600160"/>
                  <a:pt x="160636" y="6588200"/>
                </a:cubicBezTo>
                <a:cubicBezTo>
                  <a:pt x="163766" y="6575263"/>
                  <a:pt x="154044" y="6575871"/>
                  <a:pt x="157872" y="6562416"/>
                </a:cubicBezTo>
                <a:cubicBezTo>
                  <a:pt x="165196" y="6565685"/>
                  <a:pt x="156453" y="6535866"/>
                  <a:pt x="162851" y="6534939"/>
                </a:cubicBezTo>
                <a:cubicBezTo>
                  <a:pt x="153702" y="6523511"/>
                  <a:pt x="164973" y="6517769"/>
                  <a:pt x="162153" y="6502552"/>
                </a:cubicBezTo>
                <a:cubicBezTo>
                  <a:pt x="158692" y="6495386"/>
                  <a:pt x="158098" y="6490216"/>
                  <a:pt x="161821" y="6483172"/>
                </a:cubicBezTo>
                <a:cubicBezTo>
                  <a:pt x="144969" y="6450162"/>
                  <a:pt x="161066" y="6463202"/>
                  <a:pt x="154586" y="6432309"/>
                </a:cubicBezTo>
                <a:cubicBezTo>
                  <a:pt x="147771" y="6405695"/>
                  <a:pt x="143349" y="6375524"/>
                  <a:pt x="127078" y="6349783"/>
                </a:cubicBezTo>
                <a:cubicBezTo>
                  <a:pt x="122468" y="6345058"/>
                  <a:pt x="120723" y="6333456"/>
                  <a:pt x="123181" y="6323872"/>
                </a:cubicBezTo>
                <a:cubicBezTo>
                  <a:pt x="123604" y="6322225"/>
                  <a:pt x="124138" y="6320698"/>
                  <a:pt x="124767" y="6319343"/>
                </a:cubicBezTo>
                <a:cubicBezTo>
                  <a:pt x="122278" y="6297089"/>
                  <a:pt x="111161" y="6215694"/>
                  <a:pt x="108246" y="6190348"/>
                </a:cubicBezTo>
                <a:cubicBezTo>
                  <a:pt x="114169" y="6188296"/>
                  <a:pt x="103482" y="6175479"/>
                  <a:pt x="107279" y="6167269"/>
                </a:cubicBezTo>
                <a:cubicBezTo>
                  <a:pt x="110610" y="6161389"/>
                  <a:pt x="108145" y="6156128"/>
                  <a:pt x="107883" y="6149986"/>
                </a:cubicBezTo>
                <a:cubicBezTo>
                  <a:pt x="110502" y="6141894"/>
                  <a:pt x="105773" y="6115502"/>
                  <a:pt x="102380" y="6108622"/>
                </a:cubicBezTo>
                <a:cubicBezTo>
                  <a:pt x="90593" y="6092179"/>
                  <a:pt x="99346" y="6054816"/>
                  <a:pt x="90314" y="6041155"/>
                </a:cubicBezTo>
                <a:cubicBezTo>
                  <a:pt x="88990" y="6036198"/>
                  <a:pt x="88454" y="6031348"/>
                  <a:pt x="88409" y="6026587"/>
                </a:cubicBezTo>
                <a:lnTo>
                  <a:pt x="89403" y="6013265"/>
                </a:lnTo>
                <a:lnTo>
                  <a:pt x="91927" y="6009478"/>
                </a:lnTo>
                <a:lnTo>
                  <a:pt x="91302" y="6001336"/>
                </a:lnTo>
                <a:cubicBezTo>
                  <a:pt x="91431" y="6000558"/>
                  <a:pt x="91559" y="5999781"/>
                  <a:pt x="91687" y="5999003"/>
                </a:cubicBezTo>
                <a:cubicBezTo>
                  <a:pt x="92431" y="5994547"/>
                  <a:pt x="93080" y="5990148"/>
                  <a:pt x="93336" y="5985795"/>
                </a:cubicBezTo>
                <a:cubicBezTo>
                  <a:pt x="80676" y="5991520"/>
                  <a:pt x="93430" y="5949705"/>
                  <a:pt x="83190" y="5961758"/>
                </a:cubicBezTo>
                <a:cubicBezTo>
                  <a:pt x="82399" y="5938832"/>
                  <a:pt x="72862" y="5956319"/>
                  <a:pt x="81952" y="5928761"/>
                </a:cubicBezTo>
                <a:cubicBezTo>
                  <a:pt x="79324" y="5899676"/>
                  <a:pt x="72619" y="5823590"/>
                  <a:pt x="67420" y="5787247"/>
                </a:cubicBezTo>
                <a:cubicBezTo>
                  <a:pt x="53530" y="5750058"/>
                  <a:pt x="57730" y="5736292"/>
                  <a:pt x="50760" y="5710700"/>
                </a:cubicBezTo>
                <a:cubicBezTo>
                  <a:pt x="47368" y="5660911"/>
                  <a:pt x="30723" y="5663675"/>
                  <a:pt x="42956" y="5641754"/>
                </a:cubicBezTo>
                <a:cubicBezTo>
                  <a:pt x="39970" y="5608358"/>
                  <a:pt x="24769" y="5637338"/>
                  <a:pt x="29695" y="5602326"/>
                </a:cubicBezTo>
                <a:cubicBezTo>
                  <a:pt x="27700" y="5601239"/>
                  <a:pt x="20274" y="5573144"/>
                  <a:pt x="18841" y="5570885"/>
                </a:cubicBezTo>
                <a:lnTo>
                  <a:pt x="9977" y="5543492"/>
                </a:lnTo>
                <a:lnTo>
                  <a:pt x="5255" y="5531024"/>
                </a:lnTo>
                <a:lnTo>
                  <a:pt x="5447" y="5527845"/>
                </a:lnTo>
                <a:lnTo>
                  <a:pt x="0" y="5507724"/>
                </a:lnTo>
                <a:lnTo>
                  <a:pt x="435" y="5507045"/>
                </a:lnTo>
                <a:cubicBezTo>
                  <a:pt x="1286" y="5505065"/>
                  <a:pt x="1681" y="5502734"/>
                  <a:pt x="1128" y="5499619"/>
                </a:cubicBezTo>
                <a:cubicBezTo>
                  <a:pt x="9450" y="5498516"/>
                  <a:pt x="3652" y="5495435"/>
                  <a:pt x="1291" y="5486342"/>
                </a:cubicBezTo>
                <a:cubicBezTo>
                  <a:pt x="13688" y="5482600"/>
                  <a:pt x="2464" y="5460320"/>
                  <a:pt x="7976" y="5450755"/>
                </a:cubicBezTo>
                <a:cubicBezTo>
                  <a:pt x="5962" y="5444157"/>
                  <a:pt x="4058" y="5437113"/>
                  <a:pt x="2355" y="5429732"/>
                </a:cubicBezTo>
                <a:lnTo>
                  <a:pt x="1499" y="5370432"/>
                </a:lnTo>
                <a:lnTo>
                  <a:pt x="11483" y="5308330"/>
                </a:lnTo>
                <a:cubicBezTo>
                  <a:pt x="11701" y="5285359"/>
                  <a:pt x="15408" y="5265468"/>
                  <a:pt x="12793" y="5246026"/>
                </a:cubicBezTo>
                <a:cubicBezTo>
                  <a:pt x="15678" y="5238129"/>
                  <a:pt x="16842" y="5230685"/>
                  <a:pt x="12525" y="5223468"/>
                </a:cubicBezTo>
                <a:cubicBezTo>
                  <a:pt x="13966" y="5202031"/>
                  <a:pt x="20131" y="5196842"/>
                  <a:pt x="15322" y="5183258"/>
                </a:cubicBezTo>
                <a:cubicBezTo>
                  <a:pt x="25294" y="5171214"/>
                  <a:pt x="21488" y="5170502"/>
                  <a:pt x="18633" y="5164842"/>
                </a:cubicBezTo>
                <a:cubicBezTo>
                  <a:pt x="18565" y="5164573"/>
                  <a:pt x="18496" y="5164303"/>
                  <a:pt x="18428" y="5164034"/>
                </a:cubicBezTo>
                <a:lnTo>
                  <a:pt x="19854" y="5162388"/>
                </a:lnTo>
                <a:lnTo>
                  <a:pt x="20514" y="5158981"/>
                </a:lnTo>
                <a:lnTo>
                  <a:pt x="20089" y="5149681"/>
                </a:lnTo>
                <a:lnTo>
                  <a:pt x="19561" y="5146183"/>
                </a:lnTo>
                <a:cubicBezTo>
                  <a:pt x="19336" y="5143774"/>
                  <a:pt x="19361" y="5142173"/>
                  <a:pt x="19571" y="5141065"/>
                </a:cubicBezTo>
                <a:lnTo>
                  <a:pt x="19690" y="5140937"/>
                </a:lnTo>
                <a:cubicBezTo>
                  <a:pt x="19617" y="5139339"/>
                  <a:pt x="19544" y="5137742"/>
                  <a:pt x="19471" y="5136144"/>
                </a:cubicBezTo>
                <a:cubicBezTo>
                  <a:pt x="18832" y="5128055"/>
                  <a:pt x="17958" y="5120182"/>
                  <a:pt x="16918" y="5112689"/>
                </a:cubicBezTo>
                <a:cubicBezTo>
                  <a:pt x="23464" y="5106353"/>
                  <a:pt x="15733" y="5078666"/>
                  <a:pt x="28071" y="5081696"/>
                </a:cubicBezTo>
                <a:cubicBezTo>
                  <a:pt x="27036" y="5071588"/>
                  <a:pt x="21912" y="5065475"/>
                  <a:pt x="30005" y="5068879"/>
                </a:cubicBezTo>
                <a:cubicBezTo>
                  <a:pt x="29897" y="5065551"/>
                  <a:pt x="30585" y="5063501"/>
                  <a:pt x="31661" y="5062033"/>
                </a:cubicBezTo>
                <a:lnTo>
                  <a:pt x="32169" y="5061608"/>
                </a:lnTo>
                <a:lnTo>
                  <a:pt x="27436" y="5021480"/>
                </a:lnTo>
                <a:lnTo>
                  <a:pt x="26614" y="5013906"/>
                </a:lnTo>
                <a:lnTo>
                  <a:pt x="25056" y="5011767"/>
                </a:lnTo>
                <a:cubicBezTo>
                  <a:pt x="24110" y="5009457"/>
                  <a:pt x="23701" y="5006147"/>
                  <a:pt x="24513" y="5000592"/>
                </a:cubicBezTo>
                <a:lnTo>
                  <a:pt x="24951" y="4999307"/>
                </a:lnTo>
                <a:lnTo>
                  <a:pt x="22644" y="4990090"/>
                </a:lnTo>
                <a:cubicBezTo>
                  <a:pt x="21579" y="4987122"/>
                  <a:pt x="20222" y="4984494"/>
                  <a:pt x="18465" y="4982366"/>
                </a:cubicBezTo>
                <a:cubicBezTo>
                  <a:pt x="27858" y="4950984"/>
                  <a:pt x="19264" y="4921373"/>
                  <a:pt x="20888" y="4887310"/>
                </a:cubicBezTo>
                <a:cubicBezTo>
                  <a:pt x="17563" y="4848813"/>
                  <a:pt x="18386" y="4829570"/>
                  <a:pt x="15781" y="4807298"/>
                </a:cubicBezTo>
                <a:cubicBezTo>
                  <a:pt x="15634" y="4803627"/>
                  <a:pt x="14440" y="4773874"/>
                  <a:pt x="19649" y="4779990"/>
                </a:cubicBezTo>
                <a:cubicBezTo>
                  <a:pt x="18744" y="4746827"/>
                  <a:pt x="22869" y="4698305"/>
                  <a:pt x="21858" y="4664237"/>
                </a:cubicBezTo>
                <a:cubicBezTo>
                  <a:pt x="34232" y="4642340"/>
                  <a:pt x="11268" y="4621318"/>
                  <a:pt x="13583" y="4598607"/>
                </a:cubicBezTo>
                <a:cubicBezTo>
                  <a:pt x="2193" y="4604819"/>
                  <a:pt x="19974" y="4548010"/>
                  <a:pt x="7118" y="4546768"/>
                </a:cubicBezTo>
                <a:lnTo>
                  <a:pt x="14555" y="4522182"/>
                </a:lnTo>
                <a:lnTo>
                  <a:pt x="17290" y="4509768"/>
                </a:lnTo>
                <a:cubicBezTo>
                  <a:pt x="17884" y="4505118"/>
                  <a:pt x="18021" y="4500115"/>
                  <a:pt x="17421" y="4494586"/>
                </a:cubicBezTo>
                <a:cubicBezTo>
                  <a:pt x="12327" y="4480984"/>
                  <a:pt x="18571" y="4459805"/>
                  <a:pt x="18193" y="4440649"/>
                </a:cubicBezTo>
                <a:lnTo>
                  <a:pt x="16616" y="4431853"/>
                </a:lnTo>
                <a:lnTo>
                  <a:pt x="19246" y="4403141"/>
                </a:lnTo>
                <a:cubicBezTo>
                  <a:pt x="19372" y="4387638"/>
                  <a:pt x="19497" y="4372134"/>
                  <a:pt x="19623" y="4356631"/>
                </a:cubicBezTo>
                <a:cubicBezTo>
                  <a:pt x="19508" y="4349062"/>
                  <a:pt x="15847" y="4339045"/>
                  <a:pt x="20293" y="4339937"/>
                </a:cubicBezTo>
                <a:lnTo>
                  <a:pt x="18752" y="4331435"/>
                </a:lnTo>
                <a:cubicBezTo>
                  <a:pt x="19520" y="4328277"/>
                  <a:pt x="24070" y="4324711"/>
                  <a:pt x="24901" y="4320990"/>
                </a:cubicBezTo>
                <a:lnTo>
                  <a:pt x="23734" y="4309111"/>
                </a:lnTo>
                <a:cubicBezTo>
                  <a:pt x="24423" y="4299527"/>
                  <a:pt x="28090" y="4271878"/>
                  <a:pt x="29040" y="4263489"/>
                </a:cubicBezTo>
                <a:cubicBezTo>
                  <a:pt x="29169" y="4261918"/>
                  <a:pt x="29300" y="4260346"/>
                  <a:pt x="29429" y="4258775"/>
                </a:cubicBezTo>
                <a:lnTo>
                  <a:pt x="33702" y="4248512"/>
                </a:lnTo>
                <a:cubicBezTo>
                  <a:pt x="36933" y="4241044"/>
                  <a:pt x="39109" y="4235167"/>
                  <a:pt x="37356" y="4228644"/>
                </a:cubicBezTo>
                <a:cubicBezTo>
                  <a:pt x="41530" y="4217526"/>
                  <a:pt x="53227" y="4209759"/>
                  <a:pt x="50107" y="4193665"/>
                </a:cubicBezTo>
                <a:cubicBezTo>
                  <a:pt x="55406" y="4198550"/>
                  <a:pt x="50749" y="4175793"/>
                  <a:pt x="56192" y="4173105"/>
                </a:cubicBezTo>
                <a:cubicBezTo>
                  <a:pt x="60575" y="4171863"/>
                  <a:pt x="60184" y="4164671"/>
                  <a:pt x="61800" y="4159194"/>
                </a:cubicBezTo>
                <a:cubicBezTo>
                  <a:pt x="66276" y="4155290"/>
                  <a:pt x="70363" y="4127730"/>
                  <a:pt x="69720" y="4118135"/>
                </a:cubicBezTo>
                <a:cubicBezTo>
                  <a:pt x="65265" y="4091091"/>
                  <a:pt x="83289" y="4069336"/>
                  <a:pt x="80190" y="4047713"/>
                </a:cubicBezTo>
                <a:cubicBezTo>
                  <a:pt x="84682" y="4020435"/>
                  <a:pt x="92089" y="3998420"/>
                  <a:pt x="96666" y="3980780"/>
                </a:cubicBezTo>
                <a:cubicBezTo>
                  <a:pt x="98580" y="3977851"/>
                  <a:pt x="106155" y="3945259"/>
                  <a:pt x="107651" y="3941872"/>
                </a:cubicBezTo>
                <a:cubicBezTo>
                  <a:pt x="111761" y="3922504"/>
                  <a:pt x="112043" y="3930219"/>
                  <a:pt x="118444" y="3897465"/>
                </a:cubicBezTo>
                <a:cubicBezTo>
                  <a:pt x="124996" y="3869981"/>
                  <a:pt x="127657" y="3841768"/>
                  <a:pt x="134545" y="3811132"/>
                </a:cubicBezTo>
                <a:cubicBezTo>
                  <a:pt x="143817" y="3778601"/>
                  <a:pt x="141464" y="3759343"/>
                  <a:pt x="145381" y="3746540"/>
                </a:cubicBezTo>
                <a:cubicBezTo>
                  <a:pt x="156739" y="3719637"/>
                  <a:pt x="147664" y="3711291"/>
                  <a:pt x="146587" y="3670275"/>
                </a:cubicBezTo>
                <a:cubicBezTo>
                  <a:pt x="154134" y="3638754"/>
                  <a:pt x="151397" y="3605028"/>
                  <a:pt x="165690" y="3580981"/>
                </a:cubicBezTo>
                <a:cubicBezTo>
                  <a:pt x="164433" y="3577837"/>
                  <a:pt x="163639" y="3574469"/>
                  <a:pt x="163175" y="3570960"/>
                </a:cubicBezTo>
                <a:lnTo>
                  <a:pt x="162665" y="3560693"/>
                </a:lnTo>
                <a:lnTo>
                  <a:pt x="163299" y="3559743"/>
                </a:lnTo>
                <a:cubicBezTo>
                  <a:pt x="165039" y="3554949"/>
                  <a:pt x="165246" y="3551528"/>
                  <a:pt x="164777" y="3548721"/>
                </a:cubicBezTo>
                <a:lnTo>
                  <a:pt x="163708" y="3545693"/>
                </a:lnTo>
                <a:lnTo>
                  <a:pt x="164286" y="3537938"/>
                </a:lnTo>
                <a:cubicBezTo>
                  <a:pt x="164273" y="3532672"/>
                  <a:pt x="164261" y="3527407"/>
                  <a:pt x="164247" y="3522141"/>
                </a:cubicBezTo>
                <a:lnTo>
                  <a:pt x="165343" y="3519672"/>
                </a:lnTo>
                <a:lnTo>
                  <a:pt x="167001" y="3496604"/>
                </a:lnTo>
                <a:lnTo>
                  <a:pt x="167547" y="3496517"/>
                </a:lnTo>
                <a:cubicBezTo>
                  <a:pt x="168811" y="3495796"/>
                  <a:pt x="169814" y="3494272"/>
                  <a:pt x="170301" y="3491023"/>
                </a:cubicBezTo>
                <a:cubicBezTo>
                  <a:pt x="177219" y="3499391"/>
                  <a:pt x="173541" y="3490314"/>
                  <a:pt x="174371" y="3479998"/>
                </a:cubicBezTo>
                <a:cubicBezTo>
                  <a:pt x="185299" y="3490692"/>
                  <a:pt x="183023" y="3459350"/>
                  <a:pt x="190228" y="3457434"/>
                </a:cubicBezTo>
                <a:cubicBezTo>
                  <a:pt x="190591" y="3449617"/>
                  <a:pt x="191174" y="3441542"/>
                  <a:pt x="192016" y="3433411"/>
                </a:cubicBezTo>
                <a:lnTo>
                  <a:pt x="192663" y="3428691"/>
                </a:lnTo>
                <a:cubicBezTo>
                  <a:pt x="192706" y="3428676"/>
                  <a:pt x="192750" y="3428659"/>
                  <a:pt x="192793" y="3428643"/>
                </a:cubicBezTo>
                <a:cubicBezTo>
                  <a:pt x="193186" y="3427720"/>
                  <a:pt x="193494" y="3426206"/>
                  <a:pt x="193710" y="3423760"/>
                </a:cubicBezTo>
                <a:cubicBezTo>
                  <a:pt x="193753" y="3422535"/>
                  <a:pt x="193797" y="3421310"/>
                  <a:pt x="193839" y="3420085"/>
                </a:cubicBezTo>
                <a:lnTo>
                  <a:pt x="195094" y="3410930"/>
                </a:lnTo>
                <a:lnTo>
                  <a:pt x="196311" y="3408092"/>
                </a:lnTo>
                <a:lnTo>
                  <a:pt x="197928" y="3407419"/>
                </a:lnTo>
                <a:cubicBezTo>
                  <a:pt x="197912" y="3407119"/>
                  <a:pt x="197897" y="3406820"/>
                  <a:pt x="197881" y="3406520"/>
                </a:cubicBezTo>
                <a:cubicBezTo>
                  <a:pt x="196231" y="3399306"/>
                  <a:pt x="192821" y="3396220"/>
                  <a:pt x="204222" y="3391015"/>
                </a:cubicBezTo>
                <a:cubicBezTo>
                  <a:pt x="202162" y="3374996"/>
                  <a:pt x="208811" y="3373934"/>
                  <a:pt x="213950" y="3354361"/>
                </a:cubicBezTo>
                <a:cubicBezTo>
                  <a:pt x="211218" y="3344737"/>
                  <a:pt x="213619" y="3338360"/>
                  <a:pt x="217699" y="3332639"/>
                </a:cubicBezTo>
                <a:cubicBezTo>
                  <a:pt x="218717" y="3312409"/>
                  <a:pt x="225688" y="3295747"/>
                  <a:pt x="229963" y="3273935"/>
                </a:cubicBezTo>
                <a:cubicBezTo>
                  <a:pt x="228293" y="3248488"/>
                  <a:pt x="239257" y="3238943"/>
                  <a:pt x="243785" y="3215621"/>
                </a:cubicBezTo>
                <a:cubicBezTo>
                  <a:pt x="237893" y="3192522"/>
                  <a:pt x="253940" y="3201000"/>
                  <a:pt x="259175" y="3189909"/>
                </a:cubicBezTo>
                <a:lnTo>
                  <a:pt x="259988" y="3186579"/>
                </a:lnTo>
                <a:lnTo>
                  <a:pt x="259980" y="3177264"/>
                </a:lnTo>
                <a:lnTo>
                  <a:pt x="259609" y="3173723"/>
                </a:lnTo>
                <a:cubicBezTo>
                  <a:pt x="259490" y="3171299"/>
                  <a:pt x="259588" y="3169704"/>
                  <a:pt x="259848" y="3168622"/>
                </a:cubicBezTo>
                <a:lnTo>
                  <a:pt x="259971" y="3168508"/>
                </a:lnTo>
                <a:cubicBezTo>
                  <a:pt x="259969" y="3166907"/>
                  <a:pt x="259968" y="3165307"/>
                  <a:pt x="259966" y="3163706"/>
                </a:cubicBezTo>
                <a:cubicBezTo>
                  <a:pt x="259691" y="3155577"/>
                  <a:pt x="259171" y="3147642"/>
                  <a:pt x="258467" y="3140064"/>
                </a:cubicBezTo>
                <a:cubicBezTo>
                  <a:pt x="265286" y="3134408"/>
                  <a:pt x="258805" y="3106027"/>
                  <a:pt x="270990" y="3110288"/>
                </a:cubicBezTo>
                <a:cubicBezTo>
                  <a:pt x="270407" y="3100106"/>
                  <a:pt x="265565" y="3093497"/>
                  <a:pt x="273494" y="3097704"/>
                </a:cubicBezTo>
                <a:cubicBezTo>
                  <a:pt x="273534" y="3094376"/>
                  <a:pt x="274313" y="3092401"/>
                  <a:pt x="275456" y="3091047"/>
                </a:cubicBezTo>
                <a:lnTo>
                  <a:pt x="275980" y="3090672"/>
                </a:lnTo>
                <a:lnTo>
                  <a:pt x="274486" y="3068004"/>
                </a:lnTo>
                <a:lnTo>
                  <a:pt x="275226" y="3065087"/>
                </a:lnTo>
                <a:lnTo>
                  <a:pt x="273050" y="3050191"/>
                </a:lnTo>
                <a:cubicBezTo>
                  <a:pt x="272889" y="3047647"/>
                  <a:pt x="272728" y="3045103"/>
                  <a:pt x="272566" y="3042559"/>
                </a:cubicBezTo>
                <a:lnTo>
                  <a:pt x="271107" y="3040271"/>
                </a:lnTo>
                <a:cubicBezTo>
                  <a:pt x="270265" y="3037872"/>
                  <a:pt x="270006" y="3034528"/>
                  <a:pt x="271065" y="3029072"/>
                </a:cubicBezTo>
                <a:lnTo>
                  <a:pt x="271558" y="3027835"/>
                </a:lnTo>
                <a:cubicBezTo>
                  <a:pt x="270688" y="3024705"/>
                  <a:pt x="268559" y="2982922"/>
                  <a:pt x="268717" y="2964245"/>
                </a:cubicBezTo>
                <a:cubicBezTo>
                  <a:pt x="279502" y="2933904"/>
                  <a:pt x="269365" y="2949568"/>
                  <a:pt x="272511" y="2915772"/>
                </a:cubicBezTo>
                <a:cubicBezTo>
                  <a:pt x="272017" y="2877552"/>
                  <a:pt x="270125" y="2850992"/>
                  <a:pt x="270356" y="2825842"/>
                </a:cubicBezTo>
                <a:cubicBezTo>
                  <a:pt x="269433" y="2814032"/>
                  <a:pt x="268938" y="2727859"/>
                  <a:pt x="273897" y="2734957"/>
                </a:cubicBezTo>
                <a:cubicBezTo>
                  <a:pt x="264242" y="2698391"/>
                  <a:pt x="277769" y="2677127"/>
                  <a:pt x="274458" y="2636572"/>
                </a:cubicBezTo>
                <a:cubicBezTo>
                  <a:pt x="287792" y="2615986"/>
                  <a:pt x="275829" y="2626668"/>
                  <a:pt x="279157" y="2604260"/>
                </a:cubicBezTo>
                <a:cubicBezTo>
                  <a:pt x="279270" y="2587221"/>
                  <a:pt x="288019" y="2599786"/>
                  <a:pt x="288131" y="2582747"/>
                </a:cubicBezTo>
                <a:cubicBezTo>
                  <a:pt x="260352" y="2545890"/>
                  <a:pt x="290145" y="2525479"/>
                  <a:pt x="282516" y="2478755"/>
                </a:cubicBezTo>
                <a:lnTo>
                  <a:pt x="287359" y="2451804"/>
                </a:lnTo>
                <a:cubicBezTo>
                  <a:pt x="285426" y="2443087"/>
                  <a:pt x="285710" y="2414879"/>
                  <a:pt x="289577" y="2408801"/>
                </a:cubicBezTo>
                <a:cubicBezTo>
                  <a:pt x="290424" y="2402768"/>
                  <a:pt x="289064" y="2396183"/>
                  <a:pt x="293203" y="2392670"/>
                </a:cubicBezTo>
                <a:cubicBezTo>
                  <a:pt x="295637" y="2379564"/>
                  <a:pt x="301233" y="2349549"/>
                  <a:pt x="304183" y="2330165"/>
                </a:cubicBezTo>
                <a:cubicBezTo>
                  <a:pt x="298973" y="2319718"/>
                  <a:pt x="309550" y="2303314"/>
                  <a:pt x="310900" y="2276363"/>
                </a:cubicBezTo>
                <a:cubicBezTo>
                  <a:pt x="304874" y="2264930"/>
                  <a:pt x="311891" y="2258198"/>
                  <a:pt x="303909" y="2236310"/>
                </a:cubicBezTo>
                <a:cubicBezTo>
                  <a:pt x="304734" y="2235412"/>
                  <a:pt x="305502" y="2234293"/>
                  <a:pt x="306187" y="2232984"/>
                </a:cubicBezTo>
                <a:cubicBezTo>
                  <a:pt x="310170" y="2225381"/>
                  <a:pt x="310605" y="2213194"/>
                  <a:pt x="307158" y="2205763"/>
                </a:cubicBezTo>
                <a:cubicBezTo>
                  <a:pt x="296601" y="2170883"/>
                  <a:pt x="306474" y="2175442"/>
                  <a:pt x="304860" y="2145703"/>
                </a:cubicBezTo>
                <a:cubicBezTo>
                  <a:pt x="304314" y="2112090"/>
                  <a:pt x="314083" y="2134724"/>
                  <a:pt x="304273" y="2092533"/>
                </a:cubicBezTo>
                <a:cubicBezTo>
                  <a:pt x="308983" y="2088154"/>
                  <a:pt x="303590" y="2066396"/>
                  <a:pt x="301642" y="2057359"/>
                </a:cubicBezTo>
                <a:cubicBezTo>
                  <a:pt x="301720" y="2041038"/>
                  <a:pt x="313213" y="2032807"/>
                  <a:pt x="306736" y="2016105"/>
                </a:cubicBezTo>
                <a:cubicBezTo>
                  <a:pt x="312847" y="2019262"/>
                  <a:pt x="310007" y="1975377"/>
                  <a:pt x="316234" y="1983129"/>
                </a:cubicBezTo>
                <a:cubicBezTo>
                  <a:pt x="322177" y="1972692"/>
                  <a:pt x="313034" y="1967129"/>
                  <a:pt x="318238" y="1956745"/>
                </a:cubicBezTo>
                <a:cubicBezTo>
                  <a:pt x="319718" y="1944884"/>
                  <a:pt x="311423" y="1963350"/>
                  <a:pt x="311341" y="1950160"/>
                </a:cubicBezTo>
                <a:lnTo>
                  <a:pt x="323556" y="1879546"/>
                </a:lnTo>
                <a:cubicBezTo>
                  <a:pt x="320263" y="1869846"/>
                  <a:pt x="322312" y="1862247"/>
                  <a:pt x="326085" y="1854893"/>
                </a:cubicBezTo>
                <a:cubicBezTo>
                  <a:pt x="325955" y="1832625"/>
                  <a:pt x="332007" y="1812578"/>
                  <a:pt x="335058" y="1787684"/>
                </a:cubicBezTo>
                <a:cubicBezTo>
                  <a:pt x="331933" y="1760490"/>
                  <a:pt x="342400" y="1747069"/>
                  <a:pt x="345620" y="1720464"/>
                </a:cubicBezTo>
                <a:cubicBezTo>
                  <a:pt x="337355" y="1693643"/>
                  <a:pt x="360215" y="1703686"/>
                  <a:pt x="360760" y="1681196"/>
                </a:cubicBezTo>
                <a:cubicBezTo>
                  <a:pt x="353923" y="1644243"/>
                  <a:pt x="368449" y="1682451"/>
                  <a:pt x="368483" y="1625881"/>
                </a:cubicBezTo>
                <a:cubicBezTo>
                  <a:pt x="367181" y="1622619"/>
                  <a:pt x="369088" y="1615868"/>
                  <a:pt x="371077" y="1616704"/>
                </a:cubicBezTo>
                <a:cubicBezTo>
                  <a:pt x="371005" y="1604306"/>
                  <a:pt x="384453" y="1569256"/>
                  <a:pt x="383008" y="1551493"/>
                </a:cubicBezTo>
                <a:cubicBezTo>
                  <a:pt x="390598" y="1517303"/>
                  <a:pt x="381821" y="1500132"/>
                  <a:pt x="384834" y="1475233"/>
                </a:cubicBezTo>
                <a:cubicBezTo>
                  <a:pt x="393221" y="1446677"/>
                  <a:pt x="400498" y="1430031"/>
                  <a:pt x="418371" y="1380155"/>
                </a:cubicBezTo>
                <a:lnTo>
                  <a:pt x="469641" y="1210871"/>
                </a:lnTo>
                <a:cubicBezTo>
                  <a:pt x="507460" y="1148093"/>
                  <a:pt x="486915" y="1066841"/>
                  <a:pt x="489701" y="1028427"/>
                </a:cubicBezTo>
                <a:cubicBezTo>
                  <a:pt x="478454" y="1012506"/>
                  <a:pt x="490925" y="999600"/>
                  <a:pt x="486354" y="980383"/>
                </a:cubicBezTo>
                <a:cubicBezTo>
                  <a:pt x="483880" y="937629"/>
                  <a:pt x="471099" y="895192"/>
                  <a:pt x="479762" y="839699"/>
                </a:cubicBezTo>
                <a:cubicBezTo>
                  <a:pt x="444550" y="814685"/>
                  <a:pt x="465776" y="749644"/>
                  <a:pt x="445664" y="696545"/>
                </a:cubicBezTo>
                <a:cubicBezTo>
                  <a:pt x="441558" y="665722"/>
                  <a:pt x="459046" y="617297"/>
                  <a:pt x="440047" y="606615"/>
                </a:cubicBezTo>
                <a:cubicBezTo>
                  <a:pt x="451675" y="592509"/>
                  <a:pt x="432892" y="579307"/>
                  <a:pt x="431225" y="563889"/>
                </a:cubicBezTo>
                <a:cubicBezTo>
                  <a:pt x="438618" y="551582"/>
                  <a:pt x="432225" y="545475"/>
                  <a:pt x="430803" y="534294"/>
                </a:cubicBezTo>
                <a:cubicBezTo>
                  <a:pt x="435364" y="529230"/>
                  <a:pt x="435126" y="519767"/>
                  <a:pt x="429777" y="516548"/>
                </a:cubicBezTo>
                <a:cubicBezTo>
                  <a:pt x="417444" y="521116"/>
                  <a:pt x="423596" y="488251"/>
                  <a:pt x="415090" y="485808"/>
                </a:cubicBezTo>
                <a:cubicBezTo>
                  <a:pt x="413316" y="466733"/>
                  <a:pt x="424116" y="383903"/>
                  <a:pt x="410499" y="369873"/>
                </a:cubicBezTo>
                <a:cubicBezTo>
                  <a:pt x="404034" y="331308"/>
                  <a:pt x="425696" y="275570"/>
                  <a:pt x="425314" y="259180"/>
                </a:cubicBezTo>
                <a:cubicBezTo>
                  <a:pt x="450188" y="242918"/>
                  <a:pt x="384634" y="163766"/>
                  <a:pt x="383240" y="94173"/>
                </a:cubicBezTo>
                <a:cubicBezTo>
                  <a:pt x="385641" y="84795"/>
                  <a:pt x="385609" y="79782"/>
                  <a:pt x="379938" y="77267"/>
                </a:cubicBezTo>
                <a:cubicBezTo>
                  <a:pt x="378301" y="68220"/>
                  <a:pt x="376144" y="54774"/>
                  <a:pt x="373430" y="3885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95D934-3298-CF26-5C74-F2204D4BA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00" y="609600"/>
            <a:ext cx="5310116" cy="1322887"/>
          </a:xfrm>
        </p:spPr>
        <p:txBody>
          <a:bodyPr>
            <a:normAutofit/>
          </a:bodyPr>
          <a:lstStyle/>
          <a:p>
            <a:r>
              <a:rPr lang="en-IN" dirty="0"/>
              <a:t>Waterfall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DEB1B1-6758-93B6-F612-43F76397B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15" y="675564"/>
            <a:ext cx="3682575" cy="551696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74A63-3ECB-523F-CA0E-ACB882A9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7400" y="2194102"/>
            <a:ext cx="5310116" cy="3908585"/>
          </a:xfrm>
        </p:spPr>
        <p:txBody>
          <a:bodyPr>
            <a:normAutofit/>
          </a:bodyPr>
          <a:lstStyle/>
          <a:p>
            <a:r>
              <a:rPr lang="en-US" sz="2000"/>
              <a:t>Linear and sequential </a:t>
            </a:r>
          </a:p>
          <a:p>
            <a:r>
              <a:rPr lang="en-US" sz="2000"/>
              <a:t>One phase at a time </a:t>
            </a:r>
          </a:p>
          <a:p>
            <a:r>
              <a:rPr lang="en-US" sz="2000"/>
              <a:t>No changes after completion </a:t>
            </a:r>
          </a:p>
          <a:p>
            <a:r>
              <a:rPr lang="en-US" sz="2000" b="1"/>
              <a:t>Advantages:</a:t>
            </a:r>
            <a:endParaRPr lang="en-US" sz="2000"/>
          </a:p>
          <a:p>
            <a:r>
              <a:rPr lang="en-US" sz="2000"/>
              <a:t>Simple and easy </a:t>
            </a:r>
          </a:p>
          <a:p>
            <a:r>
              <a:rPr lang="en-US" sz="2000" b="1"/>
              <a:t>Disadvantages:</a:t>
            </a:r>
            <a:endParaRPr lang="en-US" sz="2000"/>
          </a:p>
          <a:p>
            <a:r>
              <a:rPr lang="en-US" sz="2000"/>
              <a:t>Not flexible</a:t>
            </a:r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3594824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C043F-440C-04DA-A340-047817DC9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Agile 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4B20E-4477-9302-4150-96255CF28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81500" cy="4165600"/>
          </a:xfrm>
        </p:spPr>
        <p:txBody>
          <a:bodyPr/>
          <a:lstStyle/>
          <a:p>
            <a:r>
              <a:rPr lang="en-US" dirty="0"/>
              <a:t>Iterative development </a:t>
            </a:r>
          </a:p>
          <a:p>
            <a:r>
              <a:rPr lang="en-US" dirty="0"/>
              <a:t>Work in small cycles (sprints) </a:t>
            </a:r>
          </a:p>
          <a:p>
            <a:r>
              <a:rPr lang="en-US" dirty="0"/>
              <a:t>Continuous feedback </a:t>
            </a:r>
          </a:p>
          <a:p>
            <a:r>
              <a:rPr lang="en-US" b="1" dirty="0"/>
              <a:t>Advantages:</a:t>
            </a:r>
            <a:endParaRPr lang="en-US" dirty="0"/>
          </a:p>
          <a:p>
            <a:r>
              <a:rPr lang="en-US" dirty="0"/>
              <a:t>Flexible </a:t>
            </a:r>
          </a:p>
          <a:p>
            <a:r>
              <a:rPr lang="en-US" dirty="0"/>
              <a:t>Fast updates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0D8C8F-BA22-FC21-E1DE-79400A7E49E2}"/>
              </a:ext>
            </a:extLst>
          </p:cNvPr>
          <p:cNvSpPr txBox="1"/>
          <p:nvPr/>
        </p:nvSpPr>
        <p:spPr>
          <a:xfrm>
            <a:off x="5400675" y="902295"/>
            <a:ext cx="55149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Case Study:</a:t>
            </a:r>
            <a:endParaRPr lang="en-US" dirty="0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Weekly updates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Add new features like </a:t>
            </a:r>
            <a:r>
              <a:rPr lang="en-US" dirty="0" err="1">
                <a:solidFill>
                  <a:srgbClr val="002060"/>
                </a:solidFill>
              </a:rPr>
              <a:t>wishlist</a:t>
            </a:r>
            <a:r>
              <a:rPr lang="en-US" dirty="0">
                <a:solidFill>
                  <a:srgbClr val="002060"/>
                </a:solidFill>
              </a:rPr>
              <a:t>, offers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218AE9-152F-B78B-4088-6C6C95C8C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325" y="2025650"/>
            <a:ext cx="5648325" cy="376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077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E9777-1A5D-9552-6204-441B5A1E4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Spiral 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B4B32-BD18-F0E2-4660-26ED015CD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95750" cy="4413250"/>
          </a:xfrm>
        </p:spPr>
        <p:txBody>
          <a:bodyPr>
            <a:norm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Spiral Model</a:t>
            </a:r>
            <a:r>
              <a:rPr lang="en-US" sz="2400" dirty="0"/>
              <a:t> is an advanced SDLC model that focuses on </a:t>
            </a:r>
            <a:r>
              <a:rPr lang="en-US" sz="2400" b="1" dirty="0"/>
              <a:t>risk analysis and continuous improvement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It combines features of both </a:t>
            </a:r>
            <a:r>
              <a:rPr lang="en-US" sz="2400" b="1" dirty="0"/>
              <a:t>Waterfall (structured approach)</a:t>
            </a:r>
            <a:r>
              <a:rPr lang="en-US" sz="2400" dirty="0"/>
              <a:t> and </a:t>
            </a:r>
            <a:r>
              <a:rPr lang="en-US" sz="2400" b="1" dirty="0"/>
              <a:t>Iterative model (repeated cycles)</a:t>
            </a:r>
            <a:r>
              <a:rPr lang="en-US" sz="2400" dirty="0"/>
              <a:t>.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DEE672-D6C2-DD23-96CC-BD0B7315DE99}"/>
              </a:ext>
            </a:extLst>
          </p:cNvPr>
          <p:cNvSpPr txBox="1"/>
          <p:nvPr/>
        </p:nvSpPr>
        <p:spPr>
          <a:xfrm>
            <a:off x="6181725" y="1358115"/>
            <a:ext cx="444817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Case Study: Online Shopping App</a:t>
            </a: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In our shopping app: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Risk Identification: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Payment failure, data theft, server crash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Risk Analysis: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Analyze security issues in online transactions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Solution:</a:t>
            </a:r>
            <a:r>
              <a:rPr lang="en-US" dirty="0">
                <a:solidFill>
                  <a:srgbClr val="002060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Implement secure payment gateway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Use encryption (HTTPS)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Add OTP verification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Result:</a:t>
            </a:r>
            <a:r>
              <a:rPr lang="en-US" dirty="0">
                <a:solidFill>
                  <a:srgbClr val="002060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Secure transactions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Reduced fraud risk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Increased user trust</a:t>
            </a:r>
          </a:p>
        </p:txBody>
      </p:sp>
    </p:spTree>
    <p:extLst>
      <p:ext uri="{BB962C8B-B14F-4D97-AF65-F5344CB8AC3E}">
        <p14:creationId xmlns:p14="http://schemas.microsoft.com/office/powerpoint/2010/main" val="3582617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8B4CD-43A5-4518-0966-142DE80FB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SDLC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AB96B-00CA-9A79-A5A7-DB7A11EA2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76750" cy="3994150"/>
          </a:xfrm>
        </p:spPr>
        <p:txBody>
          <a:bodyPr/>
          <a:lstStyle/>
          <a:p>
            <a:r>
              <a:rPr lang="en-US" dirty="0"/>
              <a:t>Software Development Life Cycle (SDLC) provides a systematic and organized way to develop software. It ensures that every stage of development is properly planned, executed, and tested.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891AE8-0CA2-B2D0-DAE2-E8CD6ED94B0E}"/>
              </a:ext>
            </a:extLst>
          </p:cNvPr>
          <p:cNvSpPr txBox="1"/>
          <p:nvPr/>
        </p:nvSpPr>
        <p:spPr>
          <a:xfrm>
            <a:off x="6391275" y="2114540"/>
            <a:ext cx="505777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002060"/>
                </a:solidFill>
              </a:rPr>
              <a:t>Case Study: Online Shopping App</a:t>
            </a:r>
          </a:p>
          <a:p>
            <a:pPr>
              <a:buNone/>
            </a:pPr>
            <a:r>
              <a:rPr lang="en-IN" dirty="0">
                <a:solidFill>
                  <a:srgbClr val="002060"/>
                </a:solidFill>
              </a:rPr>
              <a:t>Users get: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02060"/>
                </a:solidFill>
              </a:rPr>
              <a:t>Secure Payments:</a:t>
            </a:r>
            <a:br>
              <a:rPr lang="en-IN" dirty="0">
                <a:solidFill>
                  <a:srgbClr val="002060"/>
                </a:solidFill>
              </a:rPr>
            </a:br>
            <a:r>
              <a:rPr lang="en-IN" dirty="0">
                <a:solidFill>
                  <a:srgbClr val="002060"/>
                </a:solidFill>
              </a:rPr>
              <a:t>Safe transaction methods like OTP and encryption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02060"/>
                </a:solidFill>
              </a:rPr>
              <a:t>Smooth Experience:</a:t>
            </a:r>
            <a:br>
              <a:rPr lang="en-IN" dirty="0">
                <a:solidFill>
                  <a:srgbClr val="002060"/>
                </a:solidFill>
              </a:rPr>
            </a:br>
            <a:r>
              <a:rPr lang="en-IN" dirty="0">
                <a:solidFill>
                  <a:srgbClr val="002060"/>
                </a:solidFill>
              </a:rPr>
              <a:t>Fast loading, easy navigation, and user-friendly interface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02060"/>
                </a:solidFill>
              </a:rPr>
              <a:t>Reliable System:</a:t>
            </a:r>
            <a:br>
              <a:rPr lang="en-IN" dirty="0">
                <a:solidFill>
                  <a:srgbClr val="002060"/>
                </a:solidFill>
              </a:rPr>
            </a:br>
            <a:r>
              <a:rPr lang="en-IN" dirty="0">
                <a:solidFill>
                  <a:srgbClr val="002060"/>
                </a:solidFill>
              </a:rPr>
              <a:t>Less crashes and better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02060"/>
                </a:solidFill>
              </a:rPr>
              <a:t>Regular Updates:</a:t>
            </a:r>
            <a:br>
              <a:rPr lang="en-IN" dirty="0">
                <a:solidFill>
                  <a:srgbClr val="002060"/>
                </a:solidFill>
              </a:rPr>
            </a:br>
            <a:r>
              <a:rPr lang="en-IN" dirty="0">
                <a:solidFill>
                  <a:srgbClr val="002060"/>
                </a:solidFill>
              </a:rPr>
              <a:t>New features like offers, </a:t>
            </a:r>
            <a:r>
              <a:rPr lang="en-IN" dirty="0" err="1">
                <a:solidFill>
                  <a:srgbClr val="002060"/>
                </a:solidFill>
              </a:rPr>
              <a:t>wishlist</a:t>
            </a:r>
            <a:r>
              <a:rPr lang="en-IN" dirty="0">
                <a:solidFill>
                  <a:srgbClr val="002060"/>
                </a:solidFill>
              </a:rPr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1361492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6D9C0-9F9E-EE10-BCF1-60E5C63EB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D7206-F0D6-4047-D34C-59B3E8659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905500" cy="417512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SDLC is essential for developing efficient and reliable software systems.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rgbClr val="002060"/>
                </a:solidFill>
              </a:rPr>
              <a:t>Case Study: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Online Shopping App becomes:</a:t>
            </a:r>
          </a:p>
          <a:p>
            <a:r>
              <a:rPr lang="en-US" dirty="0">
                <a:solidFill>
                  <a:srgbClr val="002060"/>
                </a:solidFill>
              </a:rPr>
              <a:t>User-friendly </a:t>
            </a:r>
          </a:p>
          <a:p>
            <a:r>
              <a:rPr lang="en-US" dirty="0">
                <a:solidFill>
                  <a:srgbClr val="002060"/>
                </a:solidFill>
              </a:rPr>
              <a:t>Secure </a:t>
            </a:r>
          </a:p>
          <a:p>
            <a:r>
              <a:rPr lang="en-US" dirty="0">
                <a:solidFill>
                  <a:srgbClr val="002060"/>
                </a:solidFill>
              </a:rPr>
              <a:t>Successful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F7C61E-7320-B4CE-0338-9805773526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856" y="1825625"/>
            <a:ext cx="5060943" cy="3372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415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762</Words>
  <Application>Microsoft Office PowerPoint</Application>
  <PresentationFormat>Widescreen</PresentationFormat>
  <Paragraphs>160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Title: Software Development Life Cycle (SDLC)  Case Study: Online Shopping Application</vt:lpstr>
      <vt:lpstr>Introduction to SDLC</vt:lpstr>
      <vt:lpstr>Need of SDLC</vt:lpstr>
      <vt:lpstr>Phases of SDLC</vt:lpstr>
      <vt:lpstr>Planning Phase </vt:lpstr>
      <vt:lpstr>Requirement Analysis </vt:lpstr>
      <vt:lpstr>System Design</vt:lpstr>
      <vt:lpstr>Development Phase</vt:lpstr>
      <vt:lpstr>Testing Phase</vt:lpstr>
      <vt:lpstr>Deployment Phase</vt:lpstr>
      <vt:lpstr>Maintenance Phase</vt:lpstr>
      <vt:lpstr>SDLC Models Overview</vt:lpstr>
      <vt:lpstr>Waterfall Model</vt:lpstr>
      <vt:lpstr>Agile Model </vt:lpstr>
      <vt:lpstr>Spiral Model </vt:lpstr>
      <vt:lpstr>Advantages of SDLC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pooja chaudhary</dc:creator>
  <cp:lastModifiedBy>pooja chaudhary</cp:lastModifiedBy>
  <cp:revision>1</cp:revision>
  <dcterms:created xsi:type="dcterms:W3CDTF">2026-03-22T12:18:53Z</dcterms:created>
  <dcterms:modified xsi:type="dcterms:W3CDTF">2026-03-22T18:11:17Z</dcterms:modified>
</cp:coreProperties>
</file>