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42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952C1B-7784-4E99-ACDD-9EADF091F83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F34CA3-CDCE-4BB1-A5D6-2A2559A9EB8B}">
      <dgm:prSet/>
      <dgm:spPr/>
      <dgm:t>
        <a:bodyPr/>
        <a:lstStyle/>
        <a:p>
          <a:r>
            <a:rPr lang="en-US"/>
            <a:t>HCL Technologies is a multinational IT services company.</a:t>
          </a:r>
        </a:p>
      </dgm:t>
    </dgm:pt>
    <dgm:pt modelId="{7D8F936F-3CD9-4A52-8FAD-1AC5848F061B}" type="parTrans" cxnId="{2F4E207D-61F4-4383-B19E-CDE0269C711B}">
      <dgm:prSet/>
      <dgm:spPr/>
      <dgm:t>
        <a:bodyPr/>
        <a:lstStyle/>
        <a:p>
          <a:endParaRPr lang="en-US"/>
        </a:p>
      </dgm:t>
    </dgm:pt>
    <dgm:pt modelId="{B5885FE6-BDA6-471A-AD16-B2CDD7962620}" type="sibTrans" cxnId="{2F4E207D-61F4-4383-B19E-CDE0269C711B}">
      <dgm:prSet/>
      <dgm:spPr/>
      <dgm:t>
        <a:bodyPr/>
        <a:lstStyle/>
        <a:p>
          <a:endParaRPr lang="en-US"/>
        </a:p>
      </dgm:t>
    </dgm:pt>
    <dgm:pt modelId="{BD7E1649-7A42-4030-8523-10D49775D8E7}">
      <dgm:prSet/>
      <dgm:spPr/>
      <dgm:t>
        <a:bodyPr/>
        <a:lstStyle/>
        <a:p>
          <a:r>
            <a:rPr lang="en-US"/>
            <a:t>Provides software, IT consulting, and business solutions.</a:t>
          </a:r>
        </a:p>
      </dgm:t>
    </dgm:pt>
    <dgm:pt modelId="{ADDDD504-9F3C-43B3-B656-9E4DC8CFFC4B}" type="parTrans" cxnId="{82901936-EC08-4393-887B-02F5781A007E}">
      <dgm:prSet/>
      <dgm:spPr/>
      <dgm:t>
        <a:bodyPr/>
        <a:lstStyle/>
        <a:p>
          <a:endParaRPr lang="en-US"/>
        </a:p>
      </dgm:t>
    </dgm:pt>
    <dgm:pt modelId="{EE8E6DB5-C628-45F8-A9B9-1C356C584628}" type="sibTrans" cxnId="{82901936-EC08-4393-887B-02F5781A007E}">
      <dgm:prSet/>
      <dgm:spPr/>
      <dgm:t>
        <a:bodyPr/>
        <a:lstStyle/>
        <a:p>
          <a:endParaRPr lang="en-US"/>
        </a:p>
      </dgm:t>
    </dgm:pt>
    <dgm:pt modelId="{5A55AFC5-F60C-41A5-ABD8-CAD65B6FEA07}">
      <dgm:prSet/>
      <dgm:spPr/>
      <dgm:t>
        <a:bodyPr/>
        <a:lstStyle/>
        <a:p>
          <a:r>
            <a:rPr lang="en-US"/>
            <a:t>Operates in 50+ countries.</a:t>
          </a:r>
        </a:p>
      </dgm:t>
    </dgm:pt>
    <dgm:pt modelId="{09BF56A1-0BF7-4D6F-9881-8762B2C45A54}" type="parTrans" cxnId="{ACB3DA25-1CA9-41EE-8649-B6BDD8CCE31B}">
      <dgm:prSet/>
      <dgm:spPr/>
      <dgm:t>
        <a:bodyPr/>
        <a:lstStyle/>
        <a:p>
          <a:endParaRPr lang="en-US"/>
        </a:p>
      </dgm:t>
    </dgm:pt>
    <dgm:pt modelId="{8C5F4E07-0F2F-4BB8-9F60-0B13B76B6121}" type="sibTrans" cxnId="{ACB3DA25-1CA9-41EE-8649-B6BDD8CCE31B}">
      <dgm:prSet/>
      <dgm:spPr/>
      <dgm:t>
        <a:bodyPr/>
        <a:lstStyle/>
        <a:p>
          <a:endParaRPr lang="en-US"/>
        </a:p>
      </dgm:t>
    </dgm:pt>
    <dgm:pt modelId="{1D19C816-6CB4-4495-8E82-344C0F9F9256}">
      <dgm:prSet/>
      <dgm:spPr/>
      <dgm:t>
        <a:bodyPr/>
        <a:lstStyle/>
        <a:p>
          <a:r>
            <a:rPr lang="en-US"/>
            <a:t>Headquarters: India.</a:t>
          </a:r>
        </a:p>
      </dgm:t>
    </dgm:pt>
    <dgm:pt modelId="{FA0C10B6-04E3-46E6-AAE9-6108860DBC03}" type="parTrans" cxnId="{9F0C6788-C200-4965-9A29-9801F8D3183E}">
      <dgm:prSet/>
      <dgm:spPr/>
      <dgm:t>
        <a:bodyPr/>
        <a:lstStyle/>
        <a:p>
          <a:endParaRPr lang="en-US"/>
        </a:p>
      </dgm:t>
    </dgm:pt>
    <dgm:pt modelId="{71977BC9-FF5E-4D69-BDDE-E2663A3BC486}" type="sibTrans" cxnId="{9F0C6788-C200-4965-9A29-9801F8D3183E}">
      <dgm:prSet/>
      <dgm:spPr/>
      <dgm:t>
        <a:bodyPr/>
        <a:lstStyle/>
        <a:p>
          <a:endParaRPr lang="en-US"/>
        </a:p>
      </dgm:t>
    </dgm:pt>
    <dgm:pt modelId="{4DAD241F-52D6-4F4B-A2FD-17A455159FD1}" type="pres">
      <dgm:prSet presAssocID="{B6952C1B-7784-4E99-ACDD-9EADF091F83D}" presName="root" presStyleCnt="0">
        <dgm:presLayoutVars>
          <dgm:dir/>
          <dgm:resizeHandles val="exact"/>
        </dgm:presLayoutVars>
      </dgm:prSet>
      <dgm:spPr/>
    </dgm:pt>
    <dgm:pt modelId="{E39B7316-62D6-4859-990B-4C5F97F6D40E}" type="pres">
      <dgm:prSet presAssocID="{84F34CA3-CDCE-4BB1-A5D6-2A2559A9EB8B}" presName="compNode" presStyleCnt="0"/>
      <dgm:spPr/>
    </dgm:pt>
    <dgm:pt modelId="{4EBFF1AA-CCD0-4AD0-9092-77B1CAE68C29}" type="pres">
      <dgm:prSet presAssocID="{84F34CA3-CDCE-4BB1-A5D6-2A2559A9EB8B}" presName="bgRect" presStyleLbl="bgShp" presStyleIdx="0" presStyleCnt="4"/>
      <dgm:spPr/>
    </dgm:pt>
    <dgm:pt modelId="{1A74B692-0091-4221-89CA-69B5D6A2CAA3}" type="pres">
      <dgm:prSet presAssocID="{84F34CA3-CDCE-4BB1-A5D6-2A2559A9EB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7EE9147C-C726-493F-A437-6B59B2C4F84B}" type="pres">
      <dgm:prSet presAssocID="{84F34CA3-CDCE-4BB1-A5D6-2A2559A9EB8B}" presName="spaceRect" presStyleCnt="0"/>
      <dgm:spPr/>
    </dgm:pt>
    <dgm:pt modelId="{BEA7313C-C2DF-4B7B-AFA3-B5E121CA1E26}" type="pres">
      <dgm:prSet presAssocID="{84F34CA3-CDCE-4BB1-A5D6-2A2559A9EB8B}" presName="parTx" presStyleLbl="revTx" presStyleIdx="0" presStyleCnt="4">
        <dgm:presLayoutVars>
          <dgm:chMax val="0"/>
          <dgm:chPref val="0"/>
        </dgm:presLayoutVars>
      </dgm:prSet>
      <dgm:spPr/>
    </dgm:pt>
    <dgm:pt modelId="{6EF6CAB6-952A-4AF5-8EE9-32DCE94C1DD8}" type="pres">
      <dgm:prSet presAssocID="{B5885FE6-BDA6-471A-AD16-B2CDD7962620}" presName="sibTrans" presStyleCnt="0"/>
      <dgm:spPr/>
    </dgm:pt>
    <dgm:pt modelId="{9B9D6CF8-7CF6-43C6-BA81-65D9D57FC858}" type="pres">
      <dgm:prSet presAssocID="{BD7E1649-7A42-4030-8523-10D49775D8E7}" presName="compNode" presStyleCnt="0"/>
      <dgm:spPr/>
    </dgm:pt>
    <dgm:pt modelId="{835BC56C-C01F-4FBF-866B-AB08B05E0540}" type="pres">
      <dgm:prSet presAssocID="{BD7E1649-7A42-4030-8523-10D49775D8E7}" presName="bgRect" presStyleLbl="bgShp" presStyleIdx="1" presStyleCnt="4"/>
      <dgm:spPr/>
    </dgm:pt>
    <dgm:pt modelId="{B48257A0-BB56-4A77-81D8-9F3C7856B9F1}" type="pres">
      <dgm:prSet presAssocID="{BD7E1649-7A42-4030-8523-10D49775D8E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BB596ED9-ECB6-42F0-B4F4-2FF55BC00C3C}" type="pres">
      <dgm:prSet presAssocID="{BD7E1649-7A42-4030-8523-10D49775D8E7}" presName="spaceRect" presStyleCnt="0"/>
      <dgm:spPr/>
    </dgm:pt>
    <dgm:pt modelId="{08CF0595-9ACF-4379-94C2-5898729A6AAD}" type="pres">
      <dgm:prSet presAssocID="{BD7E1649-7A42-4030-8523-10D49775D8E7}" presName="parTx" presStyleLbl="revTx" presStyleIdx="1" presStyleCnt="4">
        <dgm:presLayoutVars>
          <dgm:chMax val="0"/>
          <dgm:chPref val="0"/>
        </dgm:presLayoutVars>
      </dgm:prSet>
      <dgm:spPr/>
    </dgm:pt>
    <dgm:pt modelId="{9C3BA6BC-20C5-42BD-9825-710F1234C8E5}" type="pres">
      <dgm:prSet presAssocID="{EE8E6DB5-C628-45F8-A9B9-1C356C584628}" presName="sibTrans" presStyleCnt="0"/>
      <dgm:spPr/>
    </dgm:pt>
    <dgm:pt modelId="{1DF53A79-FBCD-4740-9D85-012F30085574}" type="pres">
      <dgm:prSet presAssocID="{5A55AFC5-F60C-41A5-ABD8-CAD65B6FEA07}" presName="compNode" presStyleCnt="0"/>
      <dgm:spPr/>
    </dgm:pt>
    <dgm:pt modelId="{890EB751-2DE3-4B3C-909B-4A58BC326717}" type="pres">
      <dgm:prSet presAssocID="{5A55AFC5-F60C-41A5-ABD8-CAD65B6FEA07}" presName="bgRect" presStyleLbl="bgShp" presStyleIdx="2" presStyleCnt="4"/>
      <dgm:spPr/>
    </dgm:pt>
    <dgm:pt modelId="{99C385B2-15E2-471E-A6C7-CEA29A13A176}" type="pres">
      <dgm:prSet presAssocID="{5A55AFC5-F60C-41A5-ABD8-CAD65B6FEA0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B01375B0-90BC-45FD-BD8D-3C5645EA050B}" type="pres">
      <dgm:prSet presAssocID="{5A55AFC5-F60C-41A5-ABD8-CAD65B6FEA07}" presName="spaceRect" presStyleCnt="0"/>
      <dgm:spPr/>
    </dgm:pt>
    <dgm:pt modelId="{6A924FF4-C3D1-4A00-B5CE-9891983EC982}" type="pres">
      <dgm:prSet presAssocID="{5A55AFC5-F60C-41A5-ABD8-CAD65B6FEA07}" presName="parTx" presStyleLbl="revTx" presStyleIdx="2" presStyleCnt="4">
        <dgm:presLayoutVars>
          <dgm:chMax val="0"/>
          <dgm:chPref val="0"/>
        </dgm:presLayoutVars>
      </dgm:prSet>
      <dgm:spPr/>
    </dgm:pt>
    <dgm:pt modelId="{268C9675-6006-41B1-BDEE-1D14C1F8D7B7}" type="pres">
      <dgm:prSet presAssocID="{8C5F4E07-0F2F-4BB8-9F60-0B13B76B6121}" presName="sibTrans" presStyleCnt="0"/>
      <dgm:spPr/>
    </dgm:pt>
    <dgm:pt modelId="{D86520D1-5349-4EFA-8438-8E05061516A1}" type="pres">
      <dgm:prSet presAssocID="{1D19C816-6CB4-4495-8E82-344C0F9F9256}" presName="compNode" presStyleCnt="0"/>
      <dgm:spPr/>
    </dgm:pt>
    <dgm:pt modelId="{1584D952-7421-432F-9937-A8A0F3673652}" type="pres">
      <dgm:prSet presAssocID="{1D19C816-6CB4-4495-8E82-344C0F9F9256}" presName="bgRect" presStyleLbl="bgShp" presStyleIdx="3" presStyleCnt="4"/>
      <dgm:spPr/>
    </dgm:pt>
    <dgm:pt modelId="{45F3BFB5-E29A-4ED5-8F39-9AFACE632FDA}" type="pres">
      <dgm:prSet presAssocID="{1D19C816-6CB4-4495-8E82-344C0F9F925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1E529C5D-3FF1-4F1D-BFE0-DDCA88710BB2}" type="pres">
      <dgm:prSet presAssocID="{1D19C816-6CB4-4495-8E82-344C0F9F9256}" presName="spaceRect" presStyleCnt="0"/>
      <dgm:spPr/>
    </dgm:pt>
    <dgm:pt modelId="{DCE3AEB7-3BD5-4467-BA0D-0021F38A6816}" type="pres">
      <dgm:prSet presAssocID="{1D19C816-6CB4-4495-8E82-344C0F9F925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F288A12-CC80-4785-8575-47839AC1BB53}" type="presOf" srcId="{B6952C1B-7784-4E99-ACDD-9EADF091F83D}" destId="{4DAD241F-52D6-4F4B-A2FD-17A455159FD1}" srcOrd="0" destOrd="0" presId="urn:microsoft.com/office/officeart/2018/2/layout/IconVerticalSolidList"/>
    <dgm:cxn modelId="{2A279420-DA39-433B-B905-E7092C28840E}" type="presOf" srcId="{84F34CA3-CDCE-4BB1-A5D6-2A2559A9EB8B}" destId="{BEA7313C-C2DF-4B7B-AFA3-B5E121CA1E26}" srcOrd="0" destOrd="0" presId="urn:microsoft.com/office/officeart/2018/2/layout/IconVerticalSolidList"/>
    <dgm:cxn modelId="{1287C720-4D9F-4E68-9562-77729205CF93}" type="presOf" srcId="{1D19C816-6CB4-4495-8E82-344C0F9F9256}" destId="{DCE3AEB7-3BD5-4467-BA0D-0021F38A6816}" srcOrd="0" destOrd="0" presId="urn:microsoft.com/office/officeart/2018/2/layout/IconVerticalSolidList"/>
    <dgm:cxn modelId="{ACB3DA25-1CA9-41EE-8649-B6BDD8CCE31B}" srcId="{B6952C1B-7784-4E99-ACDD-9EADF091F83D}" destId="{5A55AFC5-F60C-41A5-ABD8-CAD65B6FEA07}" srcOrd="2" destOrd="0" parTransId="{09BF56A1-0BF7-4D6F-9881-8762B2C45A54}" sibTransId="{8C5F4E07-0F2F-4BB8-9F60-0B13B76B6121}"/>
    <dgm:cxn modelId="{82901936-EC08-4393-887B-02F5781A007E}" srcId="{B6952C1B-7784-4E99-ACDD-9EADF091F83D}" destId="{BD7E1649-7A42-4030-8523-10D49775D8E7}" srcOrd="1" destOrd="0" parTransId="{ADDDD504-9F3C-43B3-B656-9E4DC8CFFC4B}" sibTransId="{EE8E6DB5-C628-45F8-A9B9-1C356C584628}"/>
    <dgm:cxn modelId="{ADD63A5C-3F0C-48CB-91E4-DB1895857FBC}" type="presOf" srcId="{BD7E1649-7A42-4030-8523-10D49775D8E7}" destId="{08CF0595-9ACF-4379-94C2-5898729A6AAD}" srcOrd="0" destOrd="0" presId="urn:microsoft.com/office/officeart/2018/2/layout/IconVerticalSolidList"/>
    <dgm:cxn modelId="{2F4E207D-61F4-4383-B19E-CDE0269C711B}" srcId="{B6952C1B-7784-4E99-ACDD-9EADF091F83D}" destId="{84F34CA3-CDCE-4BB1-A5D6-2A2559A9EB8B}" srcOrd="0" destOrd="0" parTransId="{7D8F936F-3CD9-4A52-8FAD-1AC5848F061B}" sibTransId="{B5885FE6-BDA6-471A-AD16-B2CDD7962620}"/>
    <dgm:cxn modelId="{9F0C6788-C200-4965-9A29-9801F8D3183E}" srcId="{B6952C1B-7784-4E99-ACDD-9EADF091F83D}" destId="{1D19C816-6CB4-4495-8E82-344C0F9F9256}" srcOrd="3" destOrd="0" parTransId="{FA0C10B6-04E3-46E6-AAE9-6108860DBC03}" sibTransId="{71977BC9-FF5E-4D69-BDDE-E2663A3BC486}"/>
    <dgm:cxn modelId="{7B1D71CB-D211-4EEF-89CE-81137BF4F8AF}" type="presOf" srcId="{5A55AFC5-F60C-41A5-ABD8-CAD65B6FEA07}" destId="{6A924FF4-C3D1-4A00-B5CE-9891983EC982}" srcOrd="0" destOrd="0" presId="urn:microsoft.com/office/officeart/2018/2/layout/IconVerticalSolidList"/>
    <dgm:cxn modelId="{57490034-A6EA-4B9E-89E9-7C7DA06ACE76}" type="presParOf" srcId="{4DAD241F-52D6-4F4B-A2FD-17A455159FD1}" destId="{E39B7316-62D6-4859-990B-4C5F97F6D40E}" srcOrd="0" destOrd="0" presId="urn:microsoft.com/office/officeart/2018/2/layout/IconVerticalSolidList"/>
    <dgm:cxn modelId="{C794E237-D911-4850-8859-165C030963EC}" type="presParOf" srcId="{E39B7316-62D6-4859-990B-4C5F97F6D40E}" destId="{4EBFF1AA-CCD0-4AD0-9092-77B1CAE68C29}" srcOrd="0" destOrd="0" presId="urn:microsoft.com/office/officeart/2018/2/layout/IconVerticalSolidList"/>
    <dgm:cxn modelId="{637FADF6-29E7-4598-BE52-0FA71B408C65}" type="presParOf" srcId="{E39B7316-62D6-4859-990B-4C5F97F6D40E}" destId="{1A74B692-0091-4221-89CA-69B5D6A2CAA3}" srcOrd="1" destOrd="0" presId="urn:microsoft.com/office/officeart/2018/2/layout/IconVerticalSolidList"/>
    <dgm:cxn modelId="{B266B13F-D3CC-4A8C-9DFE-0D6CE81665EE}" type="presParOf" srcId="{E39B7316-62D6-4859-990B-4C5F97F6D40E}" destId="{7EE9147C-C726-493F-A437-6B59B2C4F84B}" srcOrd="2" destOrd="0" presId="urn:microsoft.com/office/officeart/2018/2/layout/IconVerticalSolidList"/>
    <dgm:cxn modelId="{F04A43B0-8D53-45E8-A9B5-BEBDDFEE071A}" type="presParOf" srcId="{E39B7316-62D6-4859-990B-4C5F97F6D40E}" destId="{BEA7313C-C2DF-4B7B-AFA3-B5E121CA1E26}" srcOrd="3" destOrd="0" presId="urn:microsoft.com/office/officeart/2018/2/layout/IconVerticalSolidList"/>
    <dgm:cxn modelId="{7B59033A-1DD3-484B-BACD-DE034C5FC95B}" type="presParOf" srcId="{4DAD241F-52D6-4F4B-A2FD-17A455159FD1}" destId="{6EF6CAB6-952A-4AF5-8EE9-32DCE94C1DD8}" srcOrd="1" destOrd="0" presId="urn:microsoft.com/office/officeart/2018/2/layout/IconVerticalSolidList"/>
    <dgm:cxn modelId="{4C2BE1F9-6671-41AB-ADAA-AE70D5D3D1D0}" type="presParOf" srcId="{4DAD241F-52D6-4F4B-A2FD-17A455159FD1}" destId="{9B9D6CF8-7CF6-43C6-BA81-65D9D57FC858}" srcOrd="2" destOrd="0" presId="urn:microsoft.com/office/officeart/2018/2/layout/IconVerticalSolidList"/>
    <dgm:cxn modelId="{D3586291-6739-4E55-BAC0-C1D535B89B56}" type="presParOf" srcId="{9B9D6CF8-7CF6-43C6-BA81-65D9D57FC858}" destId="{835BC56C-C01F-4FBF-866B-AB08B05E0540}" srcOrd="0" destOrd="0" presId="urn:microsoft.com/office/officeart/2018/2/layout/IconVerticalSolidList"/>
    <dgm:cxn modelId="{67E66BB9-1530-4B61-B0A1-7400511FEEB5}" type="presParOf" srcId="{9B9D6CF8-7CF6-43C6-BA81-65D9D57FC858}" destId="{B48257A0-BB56-4A77-81D8-9F3C7856B9F1}" srcOrd="1" destOrd="0" presId="urn:microsoft.com/office/officeart/2018/2/layout/IconVerticalSolidList"/>
    <dgm:cxn modelId="{34D0A0D2-B30E-48CD-8B31-D29FD6BF8158}" type="presParOf" srcId="{9B9D6CF8-7CF6-43C6-BA81-65D9D57FC858}" destId="{BB596ED9-ECB6-42F0-B4F4-2FF55BC00C3C}" srcOrd="2" destOrd="0" presId="urn:microsoft.com/office/officeart/2018/2/layout/IconVerticalSolidList"/>
    <dgm:cxn modelId="{F0D2B4DF-957A-487D-A3F0-051F63CB8318}" type="presParOf" srcId="{9B9D6CF8-7CF6-43C6-BA81-65D9D57FC858}" destId="{08CF0595-9ACF-4379-94C2-5898729A6AAD}" srcOrd="3" destOrd="0" presId="urn:microsoft.com/office/officeart/2018/2/layout/IconVerticalSolidList"/>
    <dgm:cxn modelId="{8E6477FE-8B11-410E-BF19-9032BC815797}" type="presParOf" srcId="{4DAD241F-52D6-4F4B-A2FD-17A455159FD1}" destId="{9C3BA6BC-20C5-42BD-9825-710F1234C8E5}" srcOrd="3" destOrd="0" presId="urn:microsoft.com/office/officeart/2018/2/layout/IconVerticalSolidList"/>
    <dgm:cxn modelId="{F2390DB5-8380-4E4F-A993-ECDE9B957A47}" type="presParOf" srcId="{4DAD241F-52D6-4F4B-A2FD-17A455159FD1}" destId="{1DF53A79-FBCD-4740-9D85-012F30085574}" srcOrd="4" destOrd="0" presId="urn:microsoft.com/office/officeart/2018/2/layout/IconVerticalSolidList"/>
    <dgm:cxn modelId="{D1D10B49-12DA-4D0E-8EF3-A8ED38440177}" type="presParOf" srcId="{1DF53A79-FBCD-4740-9D85-012F30085574}" destId="{890EB751-2DE3-4B3C-909B-4A58BC326717}" srcOrd="0" destOrd="0" presId="urn:microsoft.com/office/officeart/2018/2/layout/IconVerticalSolidList"/>
    <dgm:cxn modelId="{E0B1B3BF-229B-4172-B5ED-C14222E0719C}" type="presParOf" srcId="{1DF53A79-FBCD-4740-9D85-012F30085574}" destId="{99C385B2-15E2-471E-A6C7-CEA29A13A176}" srcOrd="1" destOrd="0" presId="urn:microsoft.com/office/officeart/2018/2/layout/IconVerticalSolidList"/>
    <dgm:cxn modelId="{C3C8B633-89CF-4136-8FBB-91AFA245C198}" type="presParOf" srcId="{1DF53A79-FBCD-4740-9D85-012F30085574}" destId="{B01375B0-90BC-45FD-BD8D-3C5645EA050B}" srcOrd="2" destOrd="0" presId="urn:microsoft.com/office/officeart/2018/2/layout/IconVerticalSolidList"/>
    <dgm:cxn modelId="{C9721AA9-85FE-4138-A5BF-B19222170F69}" type="presParOf" srcId="{1DF53A79-FBCD-4740-9D85-012F30085574}" destId="{6A924FF4-C3D1-4A00-B5CE-9891983EC982}" srcOrd="3" destOrd="0" presId="urn:microsoft.com/office/officeart/2018/2/layout/IconVerticalSolidList"/>
    <dgm:cxn modelId="{77288454-F7FB-4E6C-A67A-F52161EEDC64}" type="presParOf" srcId="{4DAD241F-52D6-4F4B-A2FD-17A455159FD1}" destId="{268C9675-6006-41B1-BDEE-1D14C1F8D7B7}" srcOrd="5" destOrd="0" presId="urn:microsoft.com/office/officeart/2018/2/layout/IconVerticalSolidList"/>
    <dgm:cxn modelId="{65ECDEF2-3236-4553-99F9-657099E8DAE4}" type="presParOf" srcId="{4DAD241F-52D6-4F4B-A2FD-17A455159FD1}" destId="{D86520D1-5349-4EFA-8438-8E05061516A1}" srcOrd="6" destOrd="0" presId="urn:microsoft.com/office/officeart/2018/2/layout/IconVerticalSolidList"/>
    <dgm:cxn modelId="{07ABB9AE-6125-40F5-8D02-581FF83EC6B2}" type="presParOf" srcId="{D86520D1-5349-4EFA-8438-8E05061516A1}" destId="{1584D952-7421-432F-9937-A8A0F3673652}" srcOrd="0" destOrd="0" presId="urn:microsoft.com/office/officeart/2018/2/layout/IconVerticalSolidList"/>
    <dgm:cxn modelId="{6D374678-0441-49AB-BA03-2253B2B4FFA2}" type="presParOf" srcId="{D86520D1-5349-4EFA-8438-8E05061516A1}" destId="{45F3BFB5-E29A-4ED5-8F39-9AFACE632FDA}" srcOrd="1" destOrd="0" presId="urn:microsoft.com/office/officeart/2018/2/layout/IconVerticalSolidList"/>
    <dgm:cxn modelId="{46A680F0-FD0C-40D9-BB16-1C99BBBC55FC}" type="presParOf" srcId="{D86520D1-5349-4EFA-8438-8E05061516A1}" destId="{1E529C5D-3FF1-4F1D-BFE0-DDCA88710BB2}" srcOrd="2" destOrd="0" presId="urn:microsoft.com/office/officeart/2018/2/layout/IconVerticalSolidList"/>
    <dgm:cxn modelId="{C1FB8E9E-4150-4CF7-9D6E-94F025630946}" type="presParOf" srcId="{D86520D1-5349-4EFA-8438-8E05061516A1}" destId="{DCE3AEB7-3BD5-4467-BA0D-0021F38A68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7E3229-289B-44A0-B852-49CE44479F26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0C7FCE3-BB52-4199-9633-B7B5536F770F}">
      <dgm:prSet/>
      <dgm:spPr/>
      <dgm:t>
        <a:bodyPr/>
        <a:lstStyle/>
        <a:p>
          <a:pPr>
            <a:defRPr b="1"/>
          </a:pPr>
          <a:r>
            <a:rPr lang="en-US"/>
            <a:t>1976</a:t>
          </a:r>
        </a:p>
      </dgm:t>
    </dgm:pt>
    <dgm:pt modelId="{A8448222-9C7D-4148-88A2-22C744861B1A}" type="parTrans" cxnId="{A4AD3190-AFF5-4C32-B079-06A0DF0F648A}">
      <dgm:prSet/>
      <dgm:spPr/>
      <dgm:t>
        <a:bodyPr/>
        <a:lstStyle/>
        <a:p>
          <a:endParaRPr lang="en-US"/>
        </a:p>
      </dgm:t>
    </dgm:pt>
    <dgm:pt modelId="{D555E487-3075-4D06-B936-CB637455B166}" type="sibTrans" cxnId="{A4AD3190-AFF5-4C32-B079-06A0DF0F648A}">
      <dgm:prSet/>
      <dgm:spPr/>
      <dgm:t>
        <a:bodyPr/>
        <a:lstStyle/>
        <a:p>
          <a:endParaRPr lang="en-US"/>
        </a:p>
      </dgm:t>
    </dgm:pt>
    <dgm:pt modelId="{79091B6F-CBDB-4547-BECE-54724D718125}">
      <dgm:prSet/>
      <dgm:spPr/>
      <dgm:t>
        <a:bodyPr/>
        <a:lstStyle/>
        <a:p>
          <a:r>
            <a:rPr lang="en-US"/>
            <a:t>Founded as Hindustan Computers Limited.</a:t>
          </a:r>
        </a:p>
      </dgm:t>
    </dgm:pt>
    <dgm:pt modelId="{25D40D88-A1E8-4EDA-B936-8DE01CDD1A90}" type="parTrans" cxnId="{603C7D7F-0EBC-4929-971F-F7D738BB5906}">
      <dgm:prSet/>
      <dgm:spPr/>
      <dgm:t>
        <a:bodyPr/>
        <a:lstStyle/>
        <a:p>
          <a:endParaRPr lang="en-US"/>
        </a:p>
      </dgm:t>
    </dgm:pt>
    <dgm:pt modelId="{7F8EFED0-E31B-41F1-ABA3-4C5C0E3EED9D}" type="sibTrans" cxnId="{603C7D7F-0EBC-4929-971F-F7D738BB5906}">
      <dgm:prSet/>
      <dgm:spPr/>
      <dgm:t>
        <a:bodyPr/>
        <a:lstStyle/>
        <a:p>
          <a:endParaRPr lang="en-US"/>
        </a:p>
      </dgm:t>
    </dgm:pt>
    <dgm:pt modelId="{CE47F44D-542E-42F3-BF58-B295D21C2C5C}">
      <dgm:prSet/>
      <dgm:spPr/>
      <dgm:t>
        <a:bodyPr/>
        <a:lstStyle/>
        <a:p>
          <a:pPr>
            <a:defRPr b="1"/>
          </a:pPr>
          <a:r>
            <a:rPr lang="en-US"/>
            <a:t>1990s</a:t>
          </a:r>
        </a:p>
      </dgm:t>
    </dgm:pt>
    <dgm:pt modelId="{32B7056E-F26C-4213-B853-4F9A2CC456C1}" type="parTrans" cxnId="{8992D48D-A8DF-4807-8676-1C5BE5A81C29}">
      <dgm:prSet/>
      <dgm:spPr/>
      <dgm:t>
        <a:bodyPr/>
        <a:lstStyle/>
        <a:p>
          <a:endParaRPr lang="en-US"/>
        </a:p>
      </dgm:t>
    </dgm:pt>
    <dgm:pt modelId="{6B9CB5B9-BC26-4D92-A35D-ED88FABA15B3}" type="sibTrans" cxnId="{8992D48D-A8DF-4807-8676-1C5BE5A81C29}">
      <dgm:prSet/>
      <dgm:spPr/>
      <dgm:t>
        <a:bodyPr/>
        <a:lstStyle/>
        <a:p>
          <a:endParaRPr lang="en-US"/>
        </a:p>
      </dgm:t>
    </dgm:pt>
    <dgm:pt modelId="{FB9F5C2D-E1C3-4234-9557-2D0CE9362563}">
      <dgm:prSet/>
      <dgm:spPr/>
      <dgm:t>
        <a:bodyPr/>
        <a:lstStyle/>
        <a:p>
          <a:r>
            <a:rPr lang="en-US"/>
            <a:t>Entered IT services.</a:t>
          </a:r>
        </a:p>
      </dgm:t>
    </dgm:pt>
    <dgm:pt modelId="{9D73AC3F-FD5F-459B-99F8-FF316668FFE5}" type="parTrans" cxnId="{5F81321C-F998-42C0-B32D-C2817651E0DB}">
      <dgm:prSet/>
      <dgm:spPr/>
      <dgm:t>
        <a:bodyPr/>
        <a:lstStyle/>
        <a:p>
          <a:endParaRPr lang="en-US"/>
        </a:p>
      </dgm:t>
    </dgm:pt>
    <dgm:pt modelId="{106152CE-856A-4228-B52E-0C6BAA461115}" type="sibTrans" cxnId="{5F81321C-F998-42C0-B32D-C2817651E0DB}">
      <dgm:prSet/>
      <dgm:spPr/>
      <dgm:t>
        <a:bodyPr/>
        <a:lstStyle/>
        <a:p>
          <a:endParaRPr lang="en-US"/>
        </a:p>
      </dgm:t>
    </dgm:pt>
    <dgm:pt modelId="{8E8697B8-D0F7-4138-8E9D-46BBA33299E9}">
      <dgm:prSet/>
      <dgm:spPr/>
      <dgm:t>
        <a:bodyPr/>
        <a:lstStyle/>
        <a:p>
          <a:pPr>
            <a:defRPr b="1"/>
          </a:pPr>
          <a:r>
            <a:rPr lang="en-US"/>
            <a:t>2000s</a:t>
          </a:r>
        </a:p>
      </dgm:t>
    </dgm:pt>
    <dgm:pt modelId="{E8D4DD61-0215-4C9A-9AD0-0FDCDAD2C98F}" type="parTrans" cxnId="{C0C39E56-DE7E-4D95-A820-929F44E2187F}">
      <dgm:prSet/>
      <dgm:spPr/>
      <dgm:t>
        <a:bodyPr/>
        <a:lstStyle/>
        <a:p>
          <a:endParaRPr lang="en-US"/>
        </a:p>
      </dgm:t>
    </dgm:pt>
    <dgm:pt modelId="{EC86846A-C8A1-4178-8F07-B48C7FDA4DB6}" type="sibTrans" cxnId="{C0C39E56-DE7E-4D95-A820-929F44E2187F}">
      <dgm:prSet/>
      <dgm:spPr/>
      <dgm:t>
        <a:bodyPr/>
        <a:lstStyle/>
        <a:p>
          <a:endParaRPr lang="en-US"/>
        </a:p>
      </dgm:t>
    </dgm:pt>
    <dgm:pt modelId="{7D491A7B-6FFF-4E12-9BDF-A934C5512CA5}">
      <dgm:prSet/>
      <dgm:spPr/>
      <dgm:t>
        <a:bodyPr/>
        <a:lstStyle/>
        <a:p>
          <a:r>
            <a:rPr lang="en-US"/>
            <a:t>Global expansion.</a:t>
          </a:r>
        </a:p>
      </dgm:t>
    </dgm:pt>
    <dgm:pt modelId="{768646E2-BFCE-41FF-9948-03715FC1FF98}" type="parTrans" cxnId="{14DAA8AB-DFB0-4871-8625-B1D17BDF7228}">
      <dgm:prSet/>
      <dgm:spPr/>
      <dgm:t>
        <a:bodyPr/>
        <a:lstStyle/>
        <a:p>
          <a:endParaRPr lang="en-US"/>
        </a:p>
      </dgm:t>
    </dgm:pt>
    <dgm:pt modelId="{8D446BB6-994B-4854-84D1-23D76E4BD67E}" type="sibTrans" cxnId="{14DAA8AB-DFB0-4871-8625-B1D17BDF7228}">
      <dgm:prSet/>
      <dgm:spPr/>
      <dgm:t>
        <a:bodyPr/>
        <a:lstStyle/>
        <a:p>
          <a:endParaRPr lang="en-US"/>
        </a:p>
      </dgm:t>
    </dgm:pt>
    <dgm:pt modelId="{8E62F220-CA5F-4C0B-9947-471C67FBA0DB}">
      <dgm:prSet/>
      <dgm:spPr/>
      <dgm:t>
        <a:bodyPr/>
        <a:lstStyle/>
        <a:p>
          <a:pPr>
            <a:defRPr b="1"/>
          </a:pPr>
          <a:r>
            <a:rPr lang="en-US"/>
            <a:t>Present</a:t>
          </a:r>
        </a:p>
      </dgm:t>
    </dgm:pt>
    <dgm:pt modelId="{D94EC4F0-842A-4710-8D2A-899918143C45}" type="parTrans" cxnId="{F6240959-A212-4BAB-8649-64420CA9522B}">
      <dgm:prSet/>
      <dgm:spPr/>
      <dgm:t>
        <a:bodyPr/>
        <a:lstStyle/>
        <a:p>
          <a:endParaRPr lang="en-US"/>
        </a:p>
      </dgm:t>
    </dgm:pt>
    <dgm:pt modelId="{31C5CFB7-71E9-47B0-9698-D85B05B73C3D}" type="sibTrans" cxnId="{F6240959-A212-4BAB-8649-64420CA9522B}">
      <dgm:prSet/>
      <dgm:spPr/>
      <dgm:t>
        <a:bodyPr/>
        <a:lstStyle/>
        <a:p>
          <a:endParaRPr lang="en-US"/>
        </a:p>
      </dgm:t>
    </dgm:pt>
    <dgm:pt modelId="{605FB551-CDE7-44BA-8C80-48CDEBE127A8}">
      <dgm:prSet/>
      <dgm:spPr/>
      <dgm:t>
        <a:bodyPr/>
        <a:lstStyle/>
        <a:p>
          <a:r>
            <a:rPr lang="en-US"/>
            <a:t>Leading IT services company.</a:t>
          </a:r>
        </a:p>
      </dgm:t>
    </dgm:pt>
    <dgm:pt modelId="{72303471-FA38-46E0-AABA-8B9DA199E473}" type="parTrans" cxnId="{AF809F97-B37C-4D0D-A293-BFAE89304ADD}">
      <dgm:prSet/>
      <dgm:spPr/>
      <dgm:t>
        <a:bodyPr/>
        <a:lstStyle/>
        <a:p>
          <a:endParaRPr lang="en-US"/>
        </a:p>
      </dgm:t>
    </dgm:pt>
    <dgm:pt modelId="{8610C9FB-76EC-41C6-8155-A2F5F408C369}" type="sibTrans" cxnId="{AF809F97-B37C-4D0D-A293-BFAE89304ADD}">
      <dgm:prSet/>
      <dgm:spPr/>
      <dgm:t>
        <a:bodyPr/>
        <a:lstStyle/>
        <a:p>
          <a:endParaRPr lang="en-US"/>
        </a:p>
      </dgm:t>
    </dgm:pt>
    <dgm:pt modelId="{88D4558A-81E0-4C1C-AA3B-A8CA0EF23E80}" type="pres">
      <dgm:prSet presAssocID="{AA7E3229-289B-44A0-B852-49CE44479F26}" presName="root" presStyleCnt="0">
        <dgm:presLayoutVars>
          <dgm:chMax/>
          <dgm:chPref/>
          <dgm:animLvl val="lvl"/>
        </dgm:presLayoutVars>
      </dgm:prSet>
      <dgm:spPr/>
    </dgm:pt>
    <dgm:pt modelId="{6CF7E367-ABFE-4661-8FC6-DCB377A7AE30}" type="pres">
      <dgm:prSet presAssocID="{AA7E3229-289B-44A0-B852-49CE44479F26}" presName="divider" presStyleLbl="fgAcc1" presStyleIdx="0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68420E7F-B575-4D5A-BA02-E8623C85BF40}" type="pres">
      <dgm:prSet presAssocID="{AA7E3229-289B-44A0-B852-49CE44479F26}" presName="nodes" presStyleCnt="0">
        <dgm:presLayoutVars>
          <dgm:chMax/>
          <dgm:chPref/>
          <dgm:animLvl val="lvl"/>
        </dgm:presLayoutVars>
      </dgm:prSet>
      <dgm:spPr/>
    </dgm:pt>
    <dgm:pt modelId="{323E9A17-EB47-4796-A6A7-FA6ACCD333FE}" type="pres">
      <dgm:prSet presAssocID="{D0C7FCE3-BB52-4199-9633-B7B5536F770F}" presName="composite" presStyleCnt="0"/>
      <dgm:spPr/>
    </dgm:pt>
    <dgm:pt modelId="{68F751D2-072B-473E-8B21-753825399991}" type="pres">
      <dgm:prSet presAssocID="{D0C7FCE3-BB52-4199-9633-B7B5536F770F}" presName="ConnectorPoint" presStyleLbl="lnNode1" presStyleIdx="0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3626653A-EA98-41CA-AF3D-EC58A2938EBB}" type="pres">
      <dgm:prSet presAssocID="{D0C7FCE3-BB52-4199-9633-B7B5536F770F}" presName="DropPinPlaceHolder" presStyleCnt="0"/>
      <dgm:spPr/>
    </dgm:pt>
    <dgm:pt modelId="{F92240E4-4E4D-4E62-9081-C7CC6EFA2FBE}" type="pres">
      <dgm:prSet presAssocID="{D0C7FCE3-BB52-4199-9633-B7B5536F770F}" presName="DropPin" presStyleLbl="alignNode1" presStyleIdx="0" presStyleCnt="4"/>
      <dgm:spPr/>
    </dgm:pt>
    <dgm:pt modelId="{031D17F0-B721-4DF2-8CE0-121DAE00B52F}" type="pres">
      <dgm:prSet presAssocID="{D0C7FCE3-BB52-4199-9633-B7B5536F770F}" presName="Ellipse" presStyleLbl="fgAcc1" presStyleIdx="1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B3F81302-6F06-4776-BEC2-6E6E596A4CD4}" type="pres">
      <dgm:prSet presAssocID="{D0C7FCE3-BB52-4199-9633-B7B5536F770F}" presName="L2TextContainer" presStyleLbl="revTx" presStyleIdx="0" presStyleCnt="8">
        <dgm:presLayoutVars>
          <dgm:bulletEnabled val="1"/>
        </dgm:presLayoutVars>
      </dgm:prSet>
      <dgm:spPr/>
    </dgm:pt>
    <dgm:pt modelId="{877755C1-7CC9-4F9B-BEFD-4131C77DA23D}" type="pres">
      <dgm:prSet presAssocID="{D0C7FCE3-BB52-4199-9633-B7B5536F770F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BA0DC246-B6A6-4F19-8124-18FA9F2AA1AB}" type="pres">
      <dgm:prSet presAssocID="{D0C7FCE3-BB52-4199-9633-B7B5536F770F}" presName="ConnectLine" presStyleLbl="sibTrans1D1" presStyleIdx="0" presStyleCnt="4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2BDE3735-4EB7-4BD5-96D7-606A39B8F875}" type="pres">
      <dgm:prSet presAssocID="{D0C7FCE3-BB52-4199-9633-B7B5536F770F}" presName="EmptyPlaceHolder" presStyleCnt="0"/>
      <dgm:spPr/>
    </dgm:pt>
    <dgm:pt modelId="{5227CB04-B29A-4161-B54F-C5710D394132}" type="pres">
      <dgm:prSet presAssocID="{D555E487-3075-4D06-B936-CB637455B166}" presName="spaceBetweenRectangles" presStyleCnt="0"/>
      <dgm:spPr/>
    </dgm:pt>
    <dgm:pt modelId="{AD1AA2FF-0D56-4899-9476-7B6ECA402EA9}" type="pres">
      <dgm:prSet presAssocID="{CE47F44D-542E-42F3-BF58-B295D21C2C5C}" presName="composite" presStyleCnt="0"/>
      <dgm:spPr/>
    </dgm:pt>
    <dgm:pt modelId="{79F82F59-F7BC-46F4-8CDD-D5626789ADBD}" type="pres">
      <dgm:prSet presAssocID="{CE47F44D-542E-42F3-BF58-B295D21C2C5C}" presName="ConnectorPoint" presStyleLbl="lnNode1" presStyleIdx="1" presStyleCnt="4"/>
      <dgm:spPr>
        <a:solidFill>
          <a:schemeClr val="accent2">
            <a:hueOff val="1560506"/>
            <a:satOff val="-1946"/>
            <a:lumOff val="458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6AD52267-134C-4CAD-95A5-93CE0A4B702B}" type="pres">
      <dgm:prSet presAssocID="{CE47F44D-542E-42F3-BF58-B295D21C2C5C}" presName="DropPinPlaceHolder" presStyleCnt="0"/>
      <dgm:spPr/>
    </dgm:pt>
    <dgm:pt modelId="{EE625431-3C0C-4FAF-9694-659600095FF3}" type="pres">
      <dgm:prSet presAssocID="{CE47F44D-542E-42F3-BF58-B295D21C2C5C}" presName="DropPin" presStyleLbl="alignNode1" presStyleIdx="1" presStyleCnt="4"/>
      <dgm:spPr/>
    </dgm:pt>
    <dgm:pt modelId="{6F91C3BC-A458-4376-AD3E-6B949E3FFF24}" type="pres">
      <dgm:prSet presAssocID="{CE47F44D-542E-42F3-BF58-B295D21C2C5C}" presName="Ellipse" presStyleLbl="fgAcc1" presStyleIdx="2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1DA761FE-41F2-4081-81ED-D7F89E8A7082}" type="pres">
      <dgm:prSet presAssocID="{CE47F44D-542E-42F3-BF58-B295D21C2C5C}" presName="L2TextContainer" presStyleLbl="revTx" presStyleIdx="2" presStyleCnt="8">
        <dgm:presLayoutVars>
          <dgm:bulletEnabled val="1"/>
        </dgm:presLayoutVars>
      </dgm:prSet>
      <dgm:spPr/>
    </dgm:pt>
    <dgm:pt modelId="{FA277E85-247B-4D0F-9236-DD690A239DEA}" type="pres">
      <dgm:prSet presAssocID="{CE47F44D-542E-42F3-BF58-B295D21C2C5C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0218985A-47D9-4357-843A-34CFC107B213}" type="pres">
      <dgm:prSet presAssocID="{CE47F44D-542E-42F3-BF58-B295D21C2C5C}" presName="ConnectLine" presStyleLbl="sibTrans1D1" presStyleIdx="1" presStyleCnt="4"/>
      <dgm:spPr>
        <a:noFill/>
        <a:ln w="127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dash"/>
        </a:ln>
        <a:effectLst/>
      </dgm:spPr>
    </dgm:pt>
    <dgm:pt modelId="{120E9306-9B48-4EA6-A76B-7BEC812215D6}" type="pres">
      <dgm:prSet presAssocID="{CE47F44D-542E-42F3-BF58-B295D21C2C5C}" presName="EmptyPlaceHolder" presStyleCnt="0"/>
      <dgm:spPr/>
    </dgm:pt>
    <dgm:pt modelId="{AF357EE7-00BB-4A11-AD05-60B53D525F36}" type="pres">
      <dgm:prSet presAssocID="{6B9CB5B9-BC26-4D92-A35D-ED88FABA15B3}" presName="spaceBetweenRectangles" presStyleCnt="0"/>
      <dgm:spPr/>
    </dgm:pt>
    <dgm:pt modelId="{7C4EAC68-2782-47ED-8D98-070214E3C104}" type="pres">
      <dgm:prSet presAssocID="{8E8697B8-D0F7-4138-8E9D-46BBA33299E9}" presName="composite" presStyleCnt="0"/>
      <dgm:spPr/>
    </dgm:pt>
    <dgm:pt modelId="{C0EA6357-4594-4803-92A4-A976222B66D4}" type="pres">
      <dgm:prSet presAssocID="{8E8697B8-D0F7-4138-8E9D-46BBA33299E9}" presName="ConnectorPoint" presStyleLbl="lnNode1" presStyleIdx="2" presStyleCnt="4"/>
      <dgm:spPr>
        <a:solidFill>
          <a:schemeClr val="accent2">
            <a:hueOff val="3121013"/>
            <a:satOff val="-3893"/>
            <a:lumOff val="91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0D95F774-2978-40AB-A934-87918417E6B0}" type="pres">
      <dgm:prSet presAssocID="{8E8697B8-D0F7-4138-8E9D-46BBA33299E9}" presName="DropPinPlaceHolder" presStyleCnt="0"/>
      <dgm:spPr/>
    </dgm:pt>
    <dgm:pt modelId="{4744F9C8-6936-4012-9149-3A9FB1457E9B}" type="pres">
      <dgm:prSet presAssocID="{8E8697B8-D0F7-4138-8E9D-46BBA33299E9}" presName="DropPin" presStyleLbl="alignNode1" presStyleIdx="2" presStyleCnt="4"/>
      <dgm:spPr/>
    </dgm:pt>
    <dgm:pt modelId="{BCD0183D-1EA6-4697-AE77-16E0837F777B}" type="pres">
      <dgm:prSet presAssocID="{8E8697B8-D0F7-4138-8E9D-46BBA33299E9}" presName="Ellipse" presStyleLbl="fgAcc1" presStyleIdx="3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DC6A8A2E-C5E0-43A2-8FE4-A698FB6D7F25}" type="pres">
      <dgm:prSet presAssocID="{8E8697B8-D0F7-4138-8E9D-46BBA33299E9}" presName="L2TextContainer" presStyleLbl="revTx" presStyleIdx="4" presStyleCnt="8">
        <dgm:presLayoutVars>
          <dgm:bulletEnabled val="1"/>
        </dgm:presLayoutVars>
      </dgm:prSet>
      <dgm:spPr/>
    </dgm:pt>
    <dgm:pt modelId="{C4FC1462-198D-41BD-8DE7-F191E2DCA254}" type="pres">
      <dgm:prSet presAssocID="{8E8697B8-D0F7-4138-8E9D-46BBA33299E9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1E70CFEA-E627-4FC7-A889-F5EF3B479E7B}" type="pres">
      <dgm:prSet presAssocID="{8E8697B8-D0F7-4138-8E9D-46BBA33299E9}" presName="ConnectLine" presStyleLbl="sibTrans1D1" presStyleIdx="2" presStyleCnt="4"/>
      <dgm:spPr>
        <a:noFill/>
        <a:ln w="127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dash"/>
        </a:ln>
        <a:effectLst/>
      </dgm:spPr>
    </dgm:pt>
    <dgm:pt modelId="{3B5373B9-C2A3-4070-803F-D59019CDA9BB}" type="pres">
      <dgm:prSet presAssocID="{8E8697B8-D0F7-4138-8E9D-46BBA33299E9}" presName="EmptyPlaceHolder" presStyleCnt="0"/>
      <dgm:spPr/>
    </dgm:pt>
    <dgm:pt modelId="{E6704AB3-F81B-4263-9612-1921E0320317}" type="pres">
      <dgm:prSet presAssocID="{EC86846A-C8A1-4178-8F07-B48C7FDA4DB6}" presName="spaceBetweenRectangles" presStyleCnt="0"/>
      <dgm:spPr/>
    </dgm:pt>
    <dgm:pt modelId="{A5E0143D-BDE0-4C54-9496-3A222D63AF12}" type="pres">
      <dgm:prSet presAssocID="{8E62F220-CA5F-4C0B-9947-471C67FBA0DB}" presName="composite" presStyleCnt="0"/>
      <dgm:spPr/>
    </dgm:pt>
    <dgm:pt modelId="{37CB7C41-B571-438C-B7AE-6CBC3B8EEB39}" type="pres">
      <dgm:prSet presAssocID="{8E62F220-CA5F-4C0B-9947-471C67FBA0DB}" presName="ConnectorPoint" presStyleLbl="lnNode1" presStyleIdx="3" presStyleCnt="4"/>
      <dgm:spPr>
        <a:solidFill>
          <a:schemeClr val="accent2">
            <a:hueOff val="4681519"/>
            <a:satOff val="-5839"/>
            <a:lumOff val="137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9DB376F2-BAEA-475D-A8CD-D399F326B069}" type="pres">
      <dgm:prSet presAssocID="{8E62F220-CA5F-4C0B-9947-471C67FBA0DB}" presName="DropPinPlaceHolder" presStyleCnt="0"/>
      <dgm:spPr/>
    </dgm:pt>
    <dgm:pt modelId="{6D874392-37EC-4ABC-8D9D-2DC97231B346}" type="pres">
      <dgm:prSet presAssocID="{8E62F220-CA5F-4C0B-9947-471C67FBA0DB}" presName="DropPin" presStyleLbl="alignNode1" presStyleIdx="3" presStyleCnt="4"/>
      <dgm:spPr/>
    </dgm:pt>
    <dgm:pt modelId="{820B65C6-8FB8-483E-B12E-443E6D06D0C8}" type="pres">
      <dgm:prSet presAssocID="{8E62F220-CA5F-4C0B-9947-471C67FBA0DB}" presName="Ellipse" presStyleLbl="fgAcc1" presStyleIdx="4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gm:spPr>
    </dgm:pt>
    <dgm:pt modelId="{87FD91CD-8E00-41B5-A134-5BB29306DF0E}" type="pres">
      <dgm:prSet presAssocID="{8E62F220-CA5F-4C0B-9947-471C67FBA0DB}" presName="L2TextContainer" presStyleLbl="revTx" presStyleIdx="6" presStyleCnt="8">
        <dgm:presLayoutVars>
          <dgm:bulletEnabled val="1"/>
        </dgm:presLayoutVars>
      </dgm:prSet>
      <dgm:spPr/>
    </dgm:pt>
    <dgm:pt modelId="{7F4E2851-1B1E-4DB2-BE0D-C87BE0DC41C2}" type="pres">
      <dgm:prSet presAssocID="{8E62F220-CA5F-4C0B-9947-471C67FBA0DB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B4072CAA-7DC2-4E64-98A8-4193ED293FEB}" type="pres">
      <dgm:prSet presAssocID="{8E62F220-CA5F-4C0B-9947-471C67FBA0DB}" presName="ConnectLine" presStyleLbl="sibTrans1D1" presStyleIdx="3" presStyleCnt="4"/>
      <dgm:spPr>
        <a:noFill/>
        <a:ln w="127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dash"/>
        </a:ln>
        <a:effectLst/>
      </dgm:spPr>
    </dgm:pt>
    <dgm:pt modelId="{530B7E3B-C387-4012-8BF7-50D8F949174A}" type="pres">
      <dgm:prSet presAssocID="{8E62F220-CA5F-4C0B-9947-471C67FBA0DB}" presName="EmptyPlaceHolder" presStyleCnt="0"/>
      <dgm:spPr/>
    </dgm:pt>
  </dgm:ptLst>
  <dgm:cxnLst>
    <dgm:cxn modelId="{57BA3316-6C9A-410B-8DBB-C9FE0188D9CB}" type="presOf" srcId="{8E62F220-CA5F-4C0B-9947-471C67FBA0DB}" destId="{7F4E2851-1B1E-4DB2-BE0D-C87BE0DC41C2}" srcOrd="0" destOrd="0" presId="urn:microsoft.com/office/officeart/2017/3/layout/DropPinTimeline"/>
    <dgm:cxn modelId="{5F81321C-F998-42C0-B32D-C2817651E0DB}" srcId="{CE47F44D-542E-42F3-BF58-B295D21C2C5C}" destId="{FB9F5C2D-E1C3-4234-9557-2D0CE9362563}" srcOrd="0" destOrd="0" parTransId="{9D73AC3F-FD5F-459B-99F8-FF316668FFE5}" sibTransId="{106152CE-856A-4228-B52E-0C6BAA461115}"/>
    <dgm:cxn modelId="{18704322-708B-4442-B803-E2FD9ED36CCE}" type="presOf" srcId="{8E8697B8-D0F7-4138-8E9D-46BBA33299E9}" destId="{C4FC1462-198D-41BD-8DE7-F191E2DCA254}" srcOrd="0" destOrd="0" presId="urn:microsoft.com/office/officeart/2017/3/layout/DropPinTimeline"/>
    <dgm:cxn modelId="{CE914429-E5B4-4400-9329-F908DE62A5B1}" type="presOf" srcId="{79091B6F-CBDB-4547-BECE-54724D718125}" destId="{B3F81302-6F06-4776-BEC2-6E6E596A4CD4}" srcOrd="0" destOrd="0" presId="urn:microsoft.com/office/officeart/2017/3/layout/DropPinTimeline"/>
    <dgm:cxn modelId="{FF43623F-B63A-4493-8752-3E8667401D4C}" type="presOf" srcId="{CE47F44D-542E-42F3-BF58-B295D21C2C5C}" destId="{FA277E85-247B-4D0F-9236-DD690A239DEA}" srcOrd="0" destOrd="0" presId="urn:microsoft.com/office/officeart/2017/3/layout/DropPinTimeline"/>
    <dgm:cxn modelId="{69D8D248-59A1-46FC-BA62-4B6AC2B02ACE}" type="presOf" srcId="{D0C7FCE3-BB52-4199-9633-B7B5536F770F}" destId="{877755C1-7CC9-4F9B-BEFD-4131C77DA23D}" srcOrd="0" destOrd="0" presId="urn:microsoft.com/office/officeart/2017/3/layout/DropPinTimeline"/>
    <dgm:cxn modelId="{73BF8051-2D67-4F8A-9F9C-AB9EB5A8D8EE}" type="presOf" srcId="{AA7E3229-289B-44A0-B852-49CE44479F26}" destId="{88D4558A-81E0-4C1C-AA3B-A8CA0EF23E80}" srcOrd="0" destOrd="0" presId="urn:microsoft.com/office/officeart/2017/3/layout/DropPinTimeline"/>
    <dgm:cxn modelId="{D4E73D73-DBEA-4620-8B4B-B36E27A8EE13}" type="presOf" srcId="{605FB551-CDE7-44BA-8C80-48CDEBE127A8}" destId="{87FD91CD-8E00-41B5-A134-5BB29306DF0E}" srcOrd="0" destOrd="0" presId="urn:microsoft.com/office/officeart/2017/3/layout/DropPinTimeline"/>
    <dgm:cxn modelId="{C0C39E56-DE7E-4D95-A820-929F44E2187F}" srcId="{AA7E3229-289B-44A0-B852-49CE44479F26}" destId="{8E8697B8-D0F7-4138-8E9D-46BBA33299E9}" srcOrd="2" destOrd="0" parTransId="{E8D4DD61-0215-4C9A-9AD0-0FDCDAD2C98F}" sibTransId="{EC86846A-C8A1-4178-8F07-B48C7FDA4DB6}"/>
    <dgm:cxn modelId="{F6240959-A212-4BAB-8649-64420CA9522B}" srcId="{AA7E3229-289B-44A0-B852-49CE44479F26}" destId="{8E62F220-CA5F-4C0B-9947-471C67FBA0DB}" srcOrd="3" destOrd="0" parTransId="{D94EC4F0-842A-4710-8D2A-899918143C45}" sibTransId="{31C5CFB7-71E9-47B0-9698-D85B05B73C3D}"/>
    <dgm:cxn modelId="{603C7D7F-0EBC-4929-971F-F7D738BB5906}" srcId="{D0C7FCE3-BB52-4199-9633-B7B5536F770F}" destId="{79091B6F-CBDB-4547-BECE-54724D718125}" srcOrd="0" destOrd="0" parTransId="{25D40D88-A1E8-4EDA-B936-8DE01CDD1A90}" sibTransId="{7F8EFED0-E31B-41F1-ABA3-4C5C0E3EED9D}"/>
    <dgm:cxn modelId="{8992D48D-A8DF-4807-8676-1C5BE5A81C29}" srcId="{AA7E3229-289B-44A0-B852-49CE44479F26}" destId="{CE47F44D-542E-42F3-BF58-B295D21C2C5C}" srcOrd="1" destOrd="0" parTransId="{32B7056E-F26C-4213-B853-4F9A2CC456C1}" sibTransId="{6B9CB5B9-BC26-4D92-A35D-ED88FABA15B3}"/>
    <dgm:cxn modelId="{A4AD3190-AFF5-4C32-B079-06A0DF0F648A}" srcId="{AA7E3229-289B-44A0-B852-49CE44479F26}" destId="{D0C7FCE3-BB52-4199-9633-B7B5536F770F}" srcOrd="0" destOrd="0" parTransId="{A8448222-9C7D-4148-88A2-22C744861B1A}" sibTransId="{D555E487-3075-4D06-B936-CB637455B166}"/>
    <dgm:cxn modelId="{AF809F97-B37C-4D0D-A293-BFAE89304ADD}" srcId="{8E62F220-CA5F-4C0B-9947-471C67FBA0DB}" destId="{605FB551-CDE7-44BA-8C80-48CDEBE127A8}" srcOrd="0" destOrd="0" parTransId="{72303471-FA38-46E0-AABA-8B9DA199E473}" sibTransId="{8610C9FB-76EC-41C6-8155-A2F5F408C369}"/>
    <dgm:cxn modelId="{14DAA8AB-DFB0-4871-8625-B1D17BDF7228}" srcId="{8E8697B8-D0F7-4138-8E9D-46BBA33299E9}" destId="{7D491A7B-6FFF-4E12-9BDF-A934C5512CA5}" srcOrd="0" destOrd="0" parTransId="{768646E2-BFCE-41FF-9948-03715FC1FF98}" sibTransId="{8D446BB6-994B-4854-84D1-23D76E4BD67E}"/>
    <dgm:cxn modelId="{BEEB1ED3-2939-4B3E-BDDE-9415EA63CE4C}" type="presOf" srcId="{7D491A7B-6FFF-4E12-9BDF-A934C5512CA5}" destId="{DC6A8A2E-C5E0-43A2-8FE4-A698FB6D7F25}" srcOrd="0" destOrd="0" presId="urn:microsoft.com/office/officeart/2017/3/layout/DropPinTimeline"/>
    <dgm:cxn modelId="{42E25AE2-E355-4E6A-929F-831B3D161175}" type="presOf" srcId="{FB9F5C2D-E1C3-4234-9557-2D0CE9362563}" destId="{1DA761FE-41F2-4081-81ED-D7F89E8A7082}" srcOrd="0" destOrd="0" presId="urn:microsoft.com/office/officeart/2017/3/layout/DropPinTimeline"/>
    <dgm:cxn modelId="{10724575-9180-4238-B9AF-3450EDA33F06}" type="presParOf" srcId="{88D4558A-81E0-4C1C-AA3B-A8CA0EF23E80}" destId="{6CF7E367-ABFE-4661-8FC6-DCB377A7AE30}" srcOrd="0" destOrd="0" presId="urn:microsoft.com/office/officeart/2017/3/layout/DropPinTimeline"/>
    <dgm:cxn modelId="{0EAB1207-3E15-432A-AACA-C7B9BD9076AC}" type="presParOf" srcId="{88D4558A-81E0-4C1C-AA3B-A8CA0EF23E80}" destId="{68420E7F-B575-4D5A-BA02-E8623C85BF40}" srcOrd="1" destOrd="0" presId="urn:microsoft.com/office/officeart/2017/3/layout/DropPinTimeline"/>
    <dgm:cxn modelId="{D1C6FC2B-E674-42D5-96C3-F006DAC600E1}" type="presParOf" srcId="{68420E7F-B575-4D5A-BA02-E8623C85BF40}" destId="{323E9A17-EB47-4796-A6A7-FA6ACCD333FE}" srcOrd="0" destOrd="0" presId="urn:microsoft.com/office/officeart/2017/3/layout/DropPinTimeline"/>
    <dgm:cxn modelId="{BA0424DF-0B9A-438A-A119-7618B264A6BF}" type="presParOf" srcId="{323E9A17-EB47-4796-A6A7-FA6ACCD333FE}" destId="{68F751D2-072B-473E-8B21-753825399991}" srcOrd="0" destOrd="0" presId="urn:microsoft.com/office/officeart/2017/3/layout/DropPinTimeline"/>
    <dgm:cxn modelId="{EBE8D8C1-E78E-4291-A091-7EE85A735476}" type="presParOf" srcId="{323E9A17-EB47-4796-A6A7-FA6ACCD333FE}" destId="{3626653A-EA98-41CA-AF3D-EC58A2938EBB}" srcOrd="1" destOrd="0" presId="urn:microsoft.com/office/officeart/2017/3/layout/DropPinTimeline"/>
    <dgm:cxn modelId="{72D76232-E855-4EB3-B672-470727727D94}" type="presParOf" srcId="{3626653A-EA98-41CA-AF3D-EC58A2938EBB}" destId="{F92240E4-4E4D-4E62-9081-C7CC6EFA2FBE}" srcOrd="0" destOrd="0" presId="urn:microsoft.com/office/officeart/2017/3/layout/DropPinTimeline"/>
    <dgm:cxn modelId="{2C5B4A56-7D17-4584-B1AD-A48EB8170E01}" type="presParOf" srcId="{3626653A-EA98-41CA-AF3D-EC58A2938EBB}" destId="{031D17F0-B721-4DF2-8CE0-121DAE00B52F}" srcOrd="1" destOrd="0" presId="urn:microsoft.com/office/officeart/2017/3/layout/DropPinTimeline"/>
    <dgm:cxn modelId="{B56F4D49-23FE-4091-8594-22EEF8E4103A}" type="presParOf" srcId="{323E9A17-EB47-4796-A6A7-FA6ACCD333FE}" destId="{B3F81302-6F06-4776-BEC2-6E6E596A4CD4}" srcOrd="2" destOrd="0" presId="urn:microsoft.com/office/officeart/2017/3/layout/DropPinTimeline"/>
    <dgm:cxn modelId="{F0E53E6C-333A-42F6-9CB9-EBEDF8BC3C6E}" type="presParOf" srcId="{323E9A17-EB47-4796-A6A7-FA6ACCD333FE}" destId="{877755C1-7CC9-4F9B-BEFD-4131C77DA23D}" srcOrd="3" destOrd="0" presId="urn:microsoft.com/office/officeart/2017/3/layout/DropPinTimeline"/>
    <dgm:cxn modelId="{3DA0D004-368F-4053-B83B-79397325CB7B}" type="presParOf" srcId="{323E9A17-EB47-4796-A6A7-FA6ACCD333FE}" destId="{BA0DC246-B6A6-4F19-8124-18FA9F2AA1AB}" srcOrd="4" destOrd="0" presId="urn:microsoft.com/office/officeart/2017/3/layout/DropPinTimeline"/>
    <dgm:cxn modelId="{A009B78A-52CD-4E7A-A97F-A77E94887DB1}" type="presParOf" srcId="{323E9A17-EB47-4796-A6A7-FA6ACCD333FE}" destId="{2BDE3735-4EB7-4BD5-96D7-606A39B8F875}" srcOrd="5" destOrd="0" presId="urn:microsoft.com/office/officeart/2017/3/layout/DropPinTimeline"/>
    <dgm:cxn modelId="{A88104A0-8ABA-4C44-94AA-478E026C0BC9}" type="presParOf" srcId="{68420E7F-B575-4D5A-BA02-E8623C85BF40}" destId="{5227CB04-B29A-4161-B54F-C5710D394132}" srcOrd="1" destOrd="0" presId="urn:microsoft.com/office/officeart/2017/3/layout/DropPinTimeline"/>
    <dgm:cxn modelId="{8E125DD4-56CD-46F3-ABDD-7498855A406B}" type="presParOf" srcId="{68420E7F-B575-4D5A-BA02-E8623C85BF40}" destId="{AD1AA2FF-0D56-4899-9476-7B6ECA402EA9}" srcOrd="2" destOrd="0" presId="urn:microsoft.com/office/officeart/2017/3/layout/DropPinTimeline"/>
    <dgm:cxn modelId="{544CB2EB-FFB2-41D5-8B97-AD888DD3B226}" type="presParOf" srcId="{AD1AA2FF-0D56-4899-9476-7B6ECA402EA9}" destId="{79F82F59-F7BC-46F4-8CDD-D5626789ADBD}" srcOrd="0" destOrd="0" presId="urn:microsoft.com/office/officeart/2017/3/layout/DropPinTimeline"/>
    <dgm:cxn modelId="{A7D0558F-1764-435B-BE89-BD335ED14EE3}" type="presParOf" srcId="{AD1AA2FF-0D56-4899-9476-7B6ECA402EA9}" destId="{6AD52267-134C-4CAD-95A5-93CE0A4B702B}" srcOrd="1" destOrd="0" presId="urn:microsoft.com/office/officeart/2017/3/layout/DropPinTimeline"/>
    <dgm:cxn modelId="{DDF0FD38-32CB-4545-8015-3A34F96FDD39}" type="presParOf" srcId="{6AD52267-134C-4CAD-95A5-93CE0A4B702B}" destId="{EE625431-3C0C-4FAF-9694-659600095FF3}" srcOrd="0" destOrd="0" presId="urn:microsoft.com/office/officeart/2017/3/layout/DropPinTimeline"/>
    <dgm:cxn modelId="{F7B48324-D016-4368-8DC0-A39EEB23857F}" type="presParOf" srcId="{6AD52267-134C-4CAD-95A5-93CE0A4B702B}" destId="{6F91C3BC-A458-4376-AD3E-6B949E3FFF24}" srcOrd="1" destOrd="0" presId="urn:microsoft.com/office/officeart/2017/3/layout/DropPinTimeline"/>
    <dgm:cxn modelId="{E0E54E6E-E1A4-4CB9-9221-5C1F4672F441}" type="presParOf" srcId="{AD1AA2FF-0D56-4899-9476-7B6ECA402EA9}" destId="{1DA761FE-41F2-4081-81ED-D7F89E8A7082}" srcOrd="2" destOrd="0" presId="urn:microsoft.com/office/officeart/2017/3/layout/DropPinTimeline"/>
    <dgm:cxn modelId="{B847D8BB-A7FD-4F94-BE0B-0AA5FC983AB9}" type="presParOf" srcId="{AD1AA2FF-0D56-4899-9476-7B6ECA402EA9}" destId="{FA277E85-247B-4D0F-9236-DD690A239DEA}" srcOrd="3" destOrd="0" presId="urn:microsoft.com/office/officeart/2017/3/layout/DropPinTimeline"/>
    <dgm:cxn modelId="{6CF3B24A-581D-461D-9FC8-49110D7B0A46}" type="presParOf" srcId="{AD1AA2FF-0D56-4899-9476-7B6ECA402EA9}" destId="{0218985A-47D9-4357-843A-34CFC107B213}" srcOrd="4" destOrd="0" presId="urn:microsoft.com/office/officeart/2017/3/layout/DropPinTimeline"/>
    <dgm:cxn modelId="{F4D3A497-12BF-42D8-9874-5FCA48081E5D}" type="presParOf" srcId="{AD1AA2FF-0D56-4899-9476-7B6ECA402EA9}" destId="{120E9306-9B48-4EA6-A76B-7BEC812215D6}" srcOrd="5" destOrd="0" presId="urn:microsoft.com/office/officeart/2017/3/layout/DropPinTimeline"/>
    <dgm:cxn modelId="{995BE8B8-D992-4780-AE23-EF748B56A518}" type="presParOf" srcId="{68420E7F-B575-4D5A-BA02-E8623C85BF40}" destId="{AF357EE7-00BB-4A11-AD05-60B53D525F36}" srcOrd="3" destOrd="0" presId="urn:microsoft.com/office/officeart/2017/3/layout/DropPinTimeline"/>
    <dgm:cxn modelId="{7DA7C30B-2C3B-4A7E-9E6C-BEBE0A5A53BF}" type="presParOf" srcId="{68420E7F-B575-4D5A-BA02-E8623C85BF40}" destId="{7C4EAC68-2782-47ED-8D98-070214E3C104}" srcOrd="4" destOrd="0" presId="urn:microsoft.com/office/officeart/2017/3/layout/DropPinTimeline"/>
    <dgm:cxn modelId="{5FA40B4A-5581-418C-AD39-2C63B8B4E147}" type="presParOf" srcId="{7C4EAC68-2782-47ED-8D98-070214E3C104}" destId="{C0EA6357-4594-4803-92A4-A976222B66D4}" srcOrd="0" destOrd="0" presId="urn:microsoft.com/office/officeart/2017/3/layout/DropPinTimeline"/>
    <dgm:cxn modelId="{524790AD-713E-4712-8EC1-28F727D3C839}" type="presParOf" srcId="{7C4EAC68-2782-47ED-8D98-070214E3C104}" destId="{0D95F774-2978-40AB-A934-87918417E6B0}" srcOrd="1" destOrd="0" presId="urn:microsoft.com/office/officeart/2017/3/layout/DropPinTimeline"/>
    <dgm:cxn modelId="{1FE596DF-8ACE-48C9-901B-F4B5AF48DD14}" type="presParOf" srcId="{0D95F774-2978-40AB-A934-87918417E6B0}" destId="{4744F9C8-6936-4012-9149-3A9FB1457E9B}" srcOrd="0" destOrd="0" presId="urn:microsoft.com/office/officeart/2017/3/layout/DropPinTimeline"/>
    <dgm:cxn modelId="{0C2A2EE7-BF6E-4E3F-BC9A-05F52E9A536D}" type="presParOf" srcId="{0D95F774-2978-40AB-A934-87918417E6B0}" destId="{BCD0183D-1EA6-4697-AE77-16E0837F777B}" srcOrd="1" destOrd="0" presId="urn:microsoft.com/office/officeart/2017/3/layout/DropPinTimeline"/>
    <dgm:cxn modelId="{5054A609-3130-45D7-BA06-C0D7C992BBCD}" type="presParOf" srcId="{7C4EAC68-2782-47ED-8D98-070214E3C104}" destId="{DC6A8A2E-C5E0-43A2-8FE4-A698FB6D7F25}" srcOrd="2" destOrd="0" presId="urn:microsoft.com/office/officeart/2017/3/layout/DropPinTimeline"/>
    <dgm:cxn modelId="{31F08254-0C16-401B-9DDB-25F94EBED37A}" type="presParOf" srcId="{7C4EAC68-2782-47ED-8D98-070214E3C104}" destId="{C4FC1462-198D-41BD-8DE7-F191E2DCA254}" srcOrd="3" destOrd="0" presId="urn:microsoft.com/office/officeart/2017/3/layout/DropPinTimeline"/>
    <dgm:cxn modelId="{C2B3D5F2-F3F1-483C-BF63-BD1E199B64D9}" type="presParOf" srcId="{7C4EAC68-2782-47ED-8D98-070214E3C104}" destId="{1E70CFEA-E627-4FC7-A889-F5EF3B479E7B}" srcOrd="4" destOrd="0" presId="urn:microsoft.com/office/officeart/2017/3/layout/DropPinTimeline"/>
    <dgm:cxn modelId="{BDB90AB3-6B95-4F50-9335-6AFBEA3B24A4}" type="presParOf" srcId="{7C4EAC68-2782-47ED-8D98-070214E3C104}" destId="{3B5373B9-C2A3-4070-803F-D59019CDA9BB}" srcOrd="5" destOrd="0" presId="urn:microsoft.com/office/officeart/2017/3/layout/DropPinTimeline"/>
    <dgm:cxn modelId="{FBF7F99C-70CD-4EC0-AE6E-4A6C239C079D}" type="presParOf" srcId="{68420E7F-B575-4D5A-BA02-E8623C85BF40}" destId="{E6704AB3-F81B-4263-9612-1921E0320317}" srcOrd="5" destOrd="0" presId="urn:microsoft.com/office/officeart/2017/3/layout/DropPinTimeline"/>
    <dgm:cxn modelId="{011BCA00-8038-41EF-AD73-929CEFCC6468}" type="presParOf" srcId="{68420E7F-B575-4D5A-BA02-E8623C85BF40}" destId="{A5E0143D-BDE0-4C54-9496-3A222D63AF12}" srcOrd="6" destOrd="0" presId="urn:microsoft.com/office/officeart/2017/3/layout/DropPinTimeline"/>
    <dgm:cxn modelId="{C3290B53-245C-4053-ABF7-ABE832000FFB}" type="presParOf" srcId="{A5E0143D-BDE0-4C54-9496-3A222D63AF12}" destId="{37CB7C41-B571-438C-B7AE-6CBC3B8EEB39}" srcOrd="0" destOrd="0" presId="urn:microsoft.com/office/officeart/2017/3/layout/DropPinTimeline"/>
    <dgm:cxn modelId="{84328EC2-0DA0-4C62-BD30-D21EBF92B3B2}" type="presParOf" srcId="{A5E0143D-BDE0-4C54-9496-3A222D63AF12}" destId="{9DB376F2-BAEA-475D-A8CD-D399F326B069}" srcOrd="1" destOrd="0" presId="urn:microsoft.com/office/officeart/2017/3/layout/DropPinTimeline"/>
    <dgm:cxn modelId="{580E97B5-454D-4711-8977-9694D90A6F13}" type="presParOf" srcId="{9DB376F2-BAEA-475D-A8CD-D399F326B069}" destId="{6D874392-37EC-4ABC-8D9D-2DC97231B346}" srcOrd="0" destOrd="0" presId="urn:microsoft.com/office/officeart/2017/3/layout/DropPinTimeline"/>
    <dgm:cxn modelId="{73326DAB-5AE3-41BB-A7BE-55568A42718E}" type="presParOf" srcId="{9DB376F2-BAEA-475D-A8CD-D399F326B069}" destId="{820B65C6-8FB8-483E-B12E-443E6D06D0C8}" srcOrd="1" destOrd="0" presId="urn:microsoft.com/office/officeart/2017/3/layout/DropPinTimeline"/>
    <dgm:cxn modelId="{5A82E7A1-5D70-4393-8F07-9DBE22862FA7}" type="presParOf" srcId="{A5E0143D-BDE0-4C54-9496-3A222D63AF12}" destId="{87FD91CD-8E00-41B5-A134-5BB29306DF0E}" srcOrd="2" destOrd="0" presId="urn:microsoft.com/office/officeart/2017/3/layout/DropPinTimeline"/>
    <dgm:cxn modelId="{24BAA1A7-D77D-4329-BF6F-8788A26DCE7C}" type="presParOf" srcId="{A5E0143D-BDE0-4C54-9496-3A222D63AF12}" destId="{7F4E2851-1B1E-4DB2-BE0D-C87BE0DC41C2}" srcOrd="3" destOrd="0" presId="urn:microsoft.com/office/officeart/2017/3/layout/DropPinTimeline"/>
    <dgm:cxn modelId="{0B087FF3-C5C7-4B1E-B38F-37488AB77C66}" type="presParOf" srcId="{A5E0143D-BDE0-4C54-9496-3A222D63AF12}" destId="{B4072CAA-7DC2-4E64-98A8-4193ED293FEB}" srcOrd="4" destOrd="0" presId="urn:microsoft.com/office/officeart/2017/3/layout/DropPinTimeline"/>
    <dgm:cxn modelId="{08B399DB-DB67-421A-9DD8-0268710A99E3}" type="presParOf" srcId="{A5E0143D-BDE0-4C54-9496-3A222D63AF12}" destId="{530B7E3B-C387-4012-8BF7-50D8F949174A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5ACD67-C439-41D7-BD61-DBA84C1086C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B199F65-69ED-4E08-8BE1-0B198D63A68F}">
      <dgm:prSet/>
      <dgm:spPr/>
      <dgm:t>
        <a:bodyPr/>
        <a:lstStyle/>
        <a:p>
          <a:pPr>
            <a:defRPr cap="all"/>
          </a:pPr>
          <a:r>
            <a:rPr lang="en-US"/>
            <a:t>Uses multiple technologies:</a:t>
          </a:r>
        </a:p>
      </dgm:t>
    </dgm:pt>
    <dgm:pt modelId="{ACA129A8-FB69-4803-9F5A-C081FAF91D8B}" type="parTrans" cxnId="{189CD5F0-5E17-4312-8765-5F85D6763F96}">
      <dgm:prSet/>
      <dgm:spPr/>
      <dgm:t>
        <a:bodyPr/>
        <a:lstStyle/>
        <a:p>
          <a:endParaRPr lang="en-US"/>
        </a:p>
      </dgm:t>
    </dgm:pt>
    <dgm:pt modelId="{31479201-7D9B-47AB-91B5-8612E9E9B23D}" type="sibTrans" cxnId="{189CD5F0-5E17-4312-8765-5F85D6763F96}">
      <dgm:prSet/>
      <dgm:spPr/>
      <dgm:t>
        <a:bodyPr/>
        <a:lstStyle/>
        <a:p>
          <a:endParaRPr lang="en-US"/>
        </a:p>
      </dgm:t>
    </dgm:pt>
    <dgm:pt modelId="{62C17A88-EBF8-425C-9F3B-B84FB5C280A3}">
      <dgm:prSet/>
      <dgm:spPr/>
      <dgm:t>
        <a:bodyPr/>
        <a:lstStyle/>
        <a:p>
          <a:pPr>
            <a:defRPr cap="all"/>
          </a:pPr>
          <a:r>
            <a:rPr lang="en-US"/>
            <a:t>Java, Python, C++, Cloud Tech.</a:t>
          </a:r>
        </a:p>
      </dgm:t>
    </dgm:pt>
    <dgm:pt modelId="{90C1003D-D913-45D5-A12B-206D49EB82EA}" type="parTrans" cxnId="{E871AA57-C9B0-4951-8425-1B9FF0AE3BF9}">
      <dgm:prSet/>
      <dgm:spPr/>
      <dgm:t>
        <a:bodyPr/>
        <a:lstStyle/>
        <a:p>
          <a:endParaRPr lang="en-US"/>
        </a:p>
      </dgm:t>
    </dgm:pt>
    <dgm:pt modelId="{412DE878-3FF8-488D-8AE4-84D68FDC82A2}" type="sibTrans" cxnId="{E871AA57-C9B0-4951-8425-1B9FF0AE3BF9}">
      <dgm:prSet/>
      <dgm:spPr/>
      <dgm:t>
        <a:bodyPr/>
        <a:lstStyle/>
        <a:p>
          <a:endParaRPr lang="en-US"/>
        </a:p>
      </dgm:t>
    </dgm:pt>
    <dgm:pt modelId="{A8006262-BFF2-4C2F-ACF2-25DEF8E4A2EF}">
      <dgm:prSet/>
      <dgm:spPr/>
      <dgm:t>
        <a:bodyPr/>
        <a:lstStyle/>
        <a:p>
          <a:pPr>
            <a:defRPr cap="all"/>
          </a:pPr>
          <a:r>
            <a:rPr lang="en-US"/>
            <a:t>Focus on AI, ML, Cloud, Cybersecurity.</a:t>
          </a:r>
        </a:p>
      </dgm:t>
    </dgm:pt>
    <dgm:pt modelId="{206CD7B8-E570-4CBE-B0A8-C44EBC9AF4B1}" type="parTrans" cxnId="{B3AD91C4-0484-4E48-8B8A-E6EFC619CDC5}">
      <dgm:prSet/>
      <dgm:spPr/>
      <dgm:t>
        <a:bodyPr/>
        <a:lstStyle/>
        <a:p>
          <a:endParaRPr lang="en-US"/>
        </a:p>
      </dgm:t>
    </dgm:pt>
    <dgm:pt modelId="{68DAAFB1-A33D-4C8A-96C2-42BEE9D35E14}" type="sibTrans" cxnId="{B3AD91C4-0484-4E48-8B8A-E6EFC619CDC5}">
      <dgm:prSet/>
      <dgm:spPr/>
      <dgm:t>
        <a:bodyPr/>
        <a:lstStyle/>
        <a:p>
          <a:endParaRPr lang="en-US"/>
        </a:p>
      </dgm:t>
    </dgm:pt>
    <dgm:pt modelId="{B706E72C-CBA5-4AB2-8512-A9F20C215CAD}" type="pres">
      <dgm:prSet presAssocID="{855ACD67-C439-41D7-BD61-DBA84C1086CC}" presName="root" presStyleCnt="0">
        <dgm:presLayoutVars>
          <dgm:dir/>
          <dgm:resizeHandles val="exact"/>
        </dgm:presLayoutVars>
      </dgm:prSet>
      <dgm:spPr/>
    </dgm:pt>
    <dgm:pt modelId="{9CEBC606-0214-41F3-BCD9-570F9778939C}" type="pres">
      <dgm:prSet presAssocID="{1B199F65-69ED-4E08-8BE1-0B198D63A68F}" presName="compNode" presStyleCnt="0"/>
      <dgm:spPr/>
    </dgm:pt>
    <dgm:pt modelId="{AEC8A92F-62FA-4F03-BA5F-F3D1F7867C3D}" type="pres">
      <dgm:prSet presAssocID="{1B199F65-69ED-4E08-8BE1-0B198D63A68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120CD06-F3CC-46BA-889F-AA5C25BF4E66}" type="pres">
      <dgm:prSet presAssocID="{1B199F65-69ED-4E08-8BE1-0B198D63A68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E6B4F579-01C5-4BC1-B5EE-4D9E8D52FD09}" type="pres">
      <dgm:prSet presAssocID="{1B199F65-69ED-4E08-8BE1-0B198D63A68F}" presName="spaceRect" presStyleCnt="0"/>
      <dgm:spPr/>
    </dgm:pt>
    <dgm:pt modelId="{0F862163-A13D-4273-B1A0-E6082DC1F394}" type="pres">
      <dgm:prSet presAssocID="{1B199F65-69ED-4E08-8BE1-0B198D63A68F}" presName="textRect" presStyleLbl="revTx" presStyleIdx="0" presStyleCnt="3">
        <dgm:presLayoutVars>
          <dgm:chMax val="1"/>
          <dgm:chPref val="1"/>
        </dgm:presLayoutVars>
      </dgm:prSet>
      <dgm:spPr/>
    </dgm:pt>
    <dgm:pt modelId="{B59DBC5C-3BA3-4188-92F6-CF657CAED595}" type="pres">
      <dgm:prSet presAssocID="{31479201-7D9B-47AB-91B5-8612E9E9B23D}" presName="sibTrans" presStyleCnt="0"/>
      <dgm:spPr/>
    </dgm:pt>
    <dgm:pt modelId="{09BC2DD6-F3C2-4864-8387-91A329CD83D4}" type="pres">
      <dgm:prSet presAssocID="{62C17A88-EBF8-425C-9F3B-B84FB5C280A3}" presName="compNode" presStyleCnt="0"/>
      <dgm:spPr/>
    </dgm:pt>
    <dgm:pt modelId="{AED22167-FC62-4AE1-A246-FF1D7C4A537E}" type="pres">
      <dgm:prSet presAssocID="{62C17A88-EBF8-425C-9F3B-B84FB5C280A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C895CE2-20E6-41D1-AD28-3483E3D7A5AA}" type="pres">
      <dgm:prSet presAssocID="{62C17A88-EBF8-425C-9F3B-B84FB5C280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5E00C52-9257-42EF-90C6-0EAFE5D1A02C}" type="pres">
      <dgm:prSet presAssocID="{62C17A88-EBF8-425C-9F3B-B84FB5C280A3}" presName="spaceRect" presStyleCnt="0"/>
      <dgm:spPr/>
    </dgm:pt>
    <dgm:pt modelId="{75DF9EF3-EDB8-47E8-884A-640AA21F9B70}" type="pres">
      <dgm:prSet presAssocID="{62C17A88-EBF8-425C-9F3B-B84FB5C280A3}" presName="textRect" presStyleLbl="revTx" presStyleIdx="1" presStyleCnt="3">
        <dgm:presLayoutVars>
          <dgm:chMax val="1"/>
          <dgm:chPref val="1"/>
        </dgm:presLayoutVars>
      </dgm:prSet>
      <dgm:spPr/>
    </dgm:pt>
    <dgm:pt modelId="{1F065FDE-D16C-4012-AA58-10D0B61098B1}" type="pres">
      <dgm:prSet presAssocID="{412DE878-3FF8-488D-8AE4-84D68FDC82A2}" presName="sibTrans" presStyleCnt="0"/>
      <dgm:spPr/>
    </dgm:pt>
    <dgm:pt modelId="{14E6C894-C835-4C5F-8D92-51FD01939216}" type="pres">
      <dgm:prSet presAssocID="{A8006262-BFF2-4C2F-ACF2-25DEF8E4A2EF}" presName="compNode" presStyleCnt="0"/>
      <dgm:spPr/>
    </dgm:pt>
    <dgm:pt modelId="{BD871CC8-B862-427B-95BF-50218792A292}" type="pres">
      <dgm:prSet presAssocID="{A8006262-BFF2-4C2F-ACF2-25DEF8E4A2E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523573D-8E9E-4327-AB1C-5AC524C951E4}" type="pres">
      <dgm:prSet presAssocID="{A8006262-BFF2-4C2F-ACF2-25DEF8E4A2E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C6D7F80-DA80-44F2-B502-D32B8DDD27FB}" type="pres">
      <dgm:prSet presAssocID="{A8006262-BFF2-4C2F-ACF2-25DEF8E4A2EF}" presName="spaceRect" presStyleCnt="0"/>
      <dgm:spPr/>
    </dgm:pt>
    <dgm:pt modelId="{D967AA1C-D84A-46A4-BAFB-E2F99DF647AC}" type="pres">
      <dgm:prSet presAssocID="{A8006262-BFF2-4C2F-ACF2-25DEF8E4A2E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9B20E46-6568-4044-91DB-758A5A9A7090}" type="presOf" srcId="{855ACD67-C439-41D7-BD61-DBA84C1086CC}" destId="{B706E72C-CBA5-4AB2-8512-A9F20C215CAD}" srcOrd="0" destOrd="0" presId="urn:microsoft.com/office/officeart/2018/5/layout/IconLeafLabelList"/>
    <dgm:cxn modelId="{C4BF1C66-C6E2-4559-9863-DC6D8DF58227}" type="presOf" srcId="{62C17A88-EBF8-425C-9F3B-B84FB5C280A3}" destId="{75DF9EF3-EDB8-47E8-884A-640AA21F9B70}" srcOrd="0" destOrd="0" presId="urn:microsoft.com/office/officeart/2018/5/layout/IconLeafLabelList"/>
    <dgm:cxn modelId="{E871AA57-C9B0-4951-8425-1B9FF0AE3BF9}" srcId="{855ACD67-C439-41D7-BD61-DBA84C1086CC}" destId="{62C17A88-EBF8-425C-9F3B-B84FB5C280A3}" srcOrd="1" destOrd="0" parTransId="{90C1003D-D913-45D5-A12B-206D49EB82EA}" sibTransId="{412DE878-3FF8-488D-8AE4-84D68FDC82A2}"/>
    <dgm:cxn modelId="{0FC2DDB7-D5D0-4AB5-8D85-F1795B671C37}" type="presOf" srcId="{1B199F65-69ED-4E08-8BE1-0B198D63A68F}" destId="{0F862163-A13D-4273-B1A0-E6082DC1F394}" srcOrd="0" destOrd="0" presId="urn:microsoft.com/office/officeart/2018/5/layout/IconLeafLabelList"/>
    <dgm:cxn modelId="{B3AD91C4-0484-4E48-8B8A-E6EFC619CDC5}" srcId="{855ACD67-C439-41D7-BD61-DBA84C1086CC}" destId="{A8006262-BFF2-4C2F-ACF2-25DEF8E4A2EF}" srcOrd="2" destOrd="0" parTransId="{206CD7B8-E570-4CBE-B0A8-C44EBC9AF4B1}" sibTransId="{68DAAFB1-A33D-4C8A-96C2-42BEE9D35E14}"/>
    <dgm:cxn modelId="{B64834E6-AC10-4837-89A4-BBB82CD5FF5F}" type="presOf" srcId="{A8006262-BFF2-4C2F-ACF2-25DEF8E4A2EF}" destId="{D967AA1C-D84A-46A4-BAFB-E2F99DF647AC}" srcOrd="0" destOrd="0" presId="urn:microsoft.com/office/officeart/2018/5/layout/IconLeafLabelList"/>
    <dgm:cxn modelId="{189CD5F0-5E17-4312-8765-5F85D6763F96}" srcId="{855ACD67-C439-41D7-BD61-DBA84C1086CC}" destId="{1B199F65-69ED-4E08-8BE1-0B198D63A68F}" srcOrd="0" destOrd="0" parTransId="{ACA129A8-FB69-4803-9F5A-C081FAF91D8B}" sibTransId="{31479201-7D9B-47AB-91B5-8612E9E9B23D}"/>
    <dgm:cxn modelId="{E260D056-093A-4787-B46D-631B987488FC}" type="presParOf" srcId="{B706E72C-CBA5-4AB2-8512-A9F20C215CAD}" destId="{9CEBC606-0214-41F3-BCD9-570F9778939C}" srcOrd="0" destOrd="0" presId="urn:microsoft.com/office/officeart/2018/5/layout/IconLeafLabelList"/>
    <dgm:cxn modelId="{2012E8DF-31EC-47F2-BF59-36D58A917D08}" type="presParOf" srcId="{9CEBC606-0214-41F3-BCD9-570F9778939C}" destId="{AEC8A92F-62FA-4F03-BA5F-F3D1F7867C3D}" srcOrd="0" destOrd="0" presId="urn:microsoft.com/office/officeart/2018/5/layout/IconLeafLabelList"/>
    <dgm:cxn modelId="{4E9FBFEB-790F-4E51-870C-FEAF0BE78278}" type="presParOf" srcId="{9CEBC606-0214-41F3-BCD9-570F9778939C}" destId="{F120CD06-F3CC-46BA-889F-AA5C25BF4E66}" srcOrd="1" destOrd="0" presId="urn:microsoft.com/office/officeart/2018/5/layout/IconLeafLabelList"/>
    <dgm:cxn modelId="{075673A7-A294-4770-BC6E-9FBDA71E99C9}" type="presParOf" srcId="{9CEBC606-0214-41F3-BCD9-570F9778939C}" destId="{E6B4F579-01C5-4BC1-B5EE-4D9E8D52FD09}" srcOrd="2" destOrd="0" presId="urn:microsoft.com/office/officeart/2018/5/layout/IconLeafLabelList"/>
    <dgm:cxn modelId="{8CAC4667-EACF-401F-9DB9-0D0A91ECC8FC}" type="presParOf" srcId="{9CEBC606-0214-41F3-BCD9-570F9778939C}" destId="{0F862163-A13D-4273-B1A0-E6082DC1F394}" srcOrd="3" destOrd="0" presId="urn:microsoft.com/office/officeart/2018/5/layout/IconLeafLabelList"/>
    <dgm:cxn modelId="{8DAE78A1-4A08-43B1-9889-5F3F537B62C6}" type="presParOf" srcId="{B706E72C-CBA5-4AB2-8512-A9F20C215CAD}" destId="{B59DBC5C-3BA3-4188-92F6-CF657CAED595}" srcOrd="1" destOrd="0" presId="urn:microsoft.com/office/officeart/2018/5/layout/IconLeafLabelList"/>
    <dgm:cxn modelId="{A3536EDE-C71B-4231-8A37-D40187943BA1}" type="presParOf" srcId="{B706E72C-CBA5-4AB2-8512-A9F20C215CAD}" destId="{09BC2DD6-F3C2-4864-8387-91A329CD83D4}" srcOrd="2" destOrd="0" presId="urn:microsoft.com/office/officeart/2018/5/layout/IconLeafLabelList"/>
    <dgm:cxn modelId="{A15A161A-6137-4398-A187-DB2636D23F91}" type="presParOf" srcId="{09BC2DD6-F3C2-4864-8387-91A329CD83D4}" destId="{AED22167-FC62-4AE1-A246-FF1D7C4A537E}" srcOrd="0" destOrd="0" presId="urn:microsoft.com/office/officeart/2018/5/layout/IconLeafLabelList"/>
    <dgm:cxn modelId="{2DEFA2FB-BBBC-4E21-91DE-41FDE3A69941}" type="presParOf" srcId="{09BC2DD6-F3C2-4864-8387-91A329CD83D4}" destId="{FC895CE2-20E6-41D1-AD28-3483E3D7A5AA}" srcOrd="1" destOrd="0" presId="urn:microsoft.com/office/officeart/2018/5/layout/IconLeafLabelList"/>
    <dgm:cxn modelId="{0B8A1AE3-D413-40BA-A006-3E9B67BB4902}" type="presParOf" srcId="{09BC2DD6-F3C2-4864-8387-91A329CD83D4}" destId="{B5E00C52-9257-42EF-90C6-0EAFE5D1A02C}" srcOrd="2" destOrd="0" presId="urn:microsoft.com/office/officeart/2018/5/layout/IconLeafLabelList"/>
    <dgm:cxn modelId="{9EF7E6AC-02B9-446D-A1A9-71BF8997DCC8}" type="presParOf" srcId="{09BC2DD6-F3C2-4864-8387-91A329CD83D4}" destId="{75DF9EF3-EDB8-47E8-884A-640AA21F9B70}" srcOrd="3" destOrd="0" presId="urn:microsoft.com/office/officeart/2018/5/layout/IconLeafLabelList"/>
    <dgm:cxn modelId="{37CAB983-F9BB-4E6D-B2B0-0568EA4B8059}" type="presParOf" srcId="{B706E72C-CBA5-4AB2-8512-A9F20C215CAD}" destId="{1F065FDE-D16C-4012-AA58-10D0B61098B1}" srcOrd="3" destOrd="0" presId="urn:microsoft.com/office/officeart/2018/5/layout/IconLeafLabelList"/>
    <dgm:cxn modelId="{FCF9C4A0-BB2E-4099-B5C0-23F242B3E94F}" type="presParOf" srcId="{B706E72C-CBA5-4AB2-8512-A9F20C215CAD}" destId="{14E6C894-C835-4C5F-8D92-51FD01939216}" srcOrd="4" destOrd="0" presId="urn:microsoft.com/office/officeart/2018/5/layout/IconLeafLabelList"/>
    <dgm:cxn modelId="{41A25718-62F8-4C4D-B043-35F2533925A6}" type="presParOf" srcId="{14E6C894-C835-4C5F-8D92-51FD01939216}" destId="{BD871CC8-B862-427B-95BF-50218792A292}" srcOrd="0" destOrd="0" presId="urn:microsoft.com/office/officeart/2018/5/layout/IconLeafLabelList"/>
    <dgm:cxn modelId="{5CF0EC18-0CBB-4EDA-A9A5-F8022B9084E4}" type="presParOf" srcId="{14E6C894-C835-4C5F-8D92-51FD01939216}" destId="{8523573D-8E9E-4327-AB1C-5AC524C951E4}" srcOrd="1" destOrd="0" presId="urn:microsoft.com/office/officeart/2018/5/layout/IconLeafLabelList"/>
    <dgm:cxn modelId="{0A3D21F3-F297-44F6-94B9-2D010F1F2BDD}" type="presParOf" srcId="{14E6C894-C835-4C5F-8D92-51FD01939216}" destId="{BC6D7F80-DA80-44F2-B502-D32B8DDD27FB}" srcOrd="2" destOrd="0" presId="urn:microsoft.com/office/officeart/2018/5/layout/IconLeafLabelList"/>
    <dgm:cxn modelId="{1E3671D8-4F5A-41F3-8449-F8FCE6E5F4A6}" type="presParOf" srcId="{14E6C894-C835-4C5F-8D92-51FD01939216}" destId="{D967AA1C-D84A-46A4-BAFB-E2F99DF647A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C1C7A6-5779-4E11-B9A4-90BFF563D3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183BB9F6-F0A9-4A83-A097-16ABC96D4CEF}">
      <dgm:prSet/>
      <dgm:spPr/>
      <dgm:t>
        <a:bodyPr/>
        <a:lstStyle/>
        <a:p>
          <a:r>
            <a:rPr lang="en-US"/>
            <a:t>Mission: Deliver value through innovation.</a:t>
          </a:r>
        </a:p>
      </dgm:t>
    </dgm:pt>
    <dgm:pt modelId="{0B162666-B343-4346-BF80-F34ABCA271AD}" type="parTrans" cxnId="{A4CB19B6-0455-4097-A05C-6018308D9128}">
      <dgm:prSet/>
      <dgm:spPr/>
      <dgm:t>
        <a:bodyPr/>
        <a:lstStyle/>
        <a:p>
          <a:endParaRPr lang="en-US"/>
        </a:p>
      </dgm:t>
    </dgm:pt>
    <dgm:pt modelId="{594308A6-0FFB-4E85-8ADC-B1E27519BC5D}" type="sibTrans" cxnId="{A4CB19B6-0455-4097-A05C-6018308D9128}">
      <dgm:prSet/>
      <dgm:spPr/>
      <dgm:t>
        <a:bodyPr/>
        <a:lstStyle/>
        <a:p>
          <a:endParaRPr lang="en-US"/>
        </a:p>
      </dgm:t>
    </dgm:pt>
    <dgm:pt modelId="{CE84667C-0467-44F6-8280-84FF00DD5E03}">
      <dgm:prSet/>
      <dgm:spPr/>
      <dgm:t>
        <a:bodyPr/>
        <a:lstStyle/>
        <a:p>
          <a:r>
            <a:rPr lang="en-US"/>
            <a:t>Vision: Become global leader in digital transformation.</a:t>
          </a:r>
        </a:p>
      </dgm:t>
    </dgm:pt>
    <dgm:pt modelId="{8528537C-4571-4903-B25A-8FC6AD7B477A}" type="parTrans" cxnId="{D3E5F246-153F-4895-8FE7-F672882D3336}">
      <dgm:prSet/>
      <dgm:spPr/>
      <dgm:t>
        <a:bodyPr/>
        <a:lstStyle/>
        <a:p>
          <a:endParaRPr lang="en-US"/>
        </a:p>
      </dgm:t>
    </dgm:pt>
    <dgm:pt modelId="{49E0033F-DD68-461D-90B9-EDDA70AD53A2}" type="sibTrans" cxnId="{D3E5F246-153F-4895-8FE7-F672882D3336}">
      <dgm:prSet/>
      <dgm:spPr/>
      <dgm:t>
        <a:bodyPr/>
        <a:lstStyle/>
        <a:p>
          <a:endParaRPr lang="en-US"/>
        </a:p>
      </dgm:t>
    </dgm:pt>
    <dgm:pt modelId="{779785AC-3860-4453-A97F-EBE845064A74}">
      <dgm:prSet/>
      <dgm:spPr/>
      <dgm:t>
        <a:bodyPr/>
        <a:lstStyle/>
        <a:p>
          <a:r>
            <a:rPr lang="en-US"/>
            <a:t>Focus on growth &amp; technology.</a:t>
          </a:r>
        </a:p>
      </dgm:t>
    </dgm:pt>
    <dgm:pt modelId="{C7348E9C-933B-4BD3-8B65-B40F6D1D3870}" type="parTrans" cxnId="{1417C1ED-B3E1-4343-B33B-47D82216F728}">
      <dgm:prSet/>
      <dgm:spPr/>
      <dgm:t>
        <a:bodyPr/>
        <a:lstStyle/>
        <a:p>
          <a:endParaRPr lang="en-US"/>
        </a:p>
      </dgm:t>
    </dgm:pt>
    <dgm:pt modelId="{73D4E392-E126-4104-9FF3-156C581E78BD}" type="sibTrans" cxnId="{1417C1ED-B3E1-4343-B33B-47D82216F728}">
      <dgm:prSet/>
      <dgm:spPr/>
      <dgm:t>
        <a:bodyPr/>
        <a:lstStyle/>
        <a:p>
          <a:endParaRPr lang="en-US"/>
        </a:p>
      </dgm:t>
    </dgm:pt>
    <dgm:pt modelId="{DEF25DEA-F593-4BC7-804C-F90D5C8D6B06}" type="pres">
      <dgm:prSet presAssocID="{5AC1C7A6-5779-4E11-B9A4-90BFF563D3FA}" presName="root" presStyleCnt="0">
        <dgm:presLayoutVars>
          <dgm:dir/>
          <dgm:resizeHandles val="exact"/>
        </dgm:presLayoutVars>
      </dgm:prSet>
      <dgm:spPr/>
    </dgm:pt>
    <dgm:pt modelId="{8C219D46-E9E8-40C8-8825-4FA680C0B10E}" type="pres">
      <dgm:prSet presAssocID="{183BB9F6-F0A9-4A83-A097-16ABC96D4CEF}" presName="compNode" presStyleCnt="0"/>
      <dgm:spPr/>
    </dgm:pt>
    <dgm:pt modelId="{CD2935DF-CB88-48BF-A330-DB6952715B9C}" type="pres">
      <dgm:prSet presAssocID="{183BB9F6-F0A9-4A83-A097-16ABC96D4C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5F872E9-076E-46CA-A1F9-63329356038E}" type="pres">
      <dgm:prSet presAssocID="{183BB9F6-F0A9-4A83-A097-16ABC96D4CEF}" presName="spaceRect" presStyleCnt="0"/>
      <dgm:spPr/>
    </dgm:pt>
    <dgm:pt modelId="{CF4B0F64-129F-4455-9B5B-E06FD0E729EB}" type="pres">
      <dgm:prSet presAssocID="{183BB9F6-F0A9-4A83-A097-16ABC96D4CEF}" presName="textRect" presStyleLbl="revTx" presStyleIdx="0" presStyleCnt="3">
        <dgm:presLayoutVars>
          <dgm:chMax val="1"/>
          <dgm:chPref val="1"/>
        </dgm:presLayoutVars>
      </dgm:prSet>
      <dgm:spPr/>
    </dgm:pt>
    <dgm:pt modelId="{E251065D-FE48-4ED8-A4B8-08321464C0EA}" type="pres">
      <dgm:prSet presAssocID="{594308A6-0FFB-4E85-8ADC-B1E27519BC5D}" presName="sibTrans" presStyleCnt="0"/>
      <dgm:spPr/>
    </dgm:pt>
    <dgm:pt modelId="{D2ED7396-A062-46C5-8E68-F0449F195178}" type="pres">
      <dgm:prSet presAssocID="{CE84667C-0467-44F6-8280-84FF00DD5E03}" presName="compNode" presStyleCnt="0"/>
      <dgm:spPr/>
    </dgm:pt>
    <dgm:pt modelId="{8D1B38A1-0F62-46D6-B18F-803C9007DECA}" type="pres">
      <dgm:prSet presAssocID="{CE84667C-0467-44F6-8280-84FF00DD5E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al"/>
        </a:ext>
      </dgm:extLst>
    </dgm:pt>
    <dgm:pt modelId="{0CABE1AE-1AD9-4A53-9C66-82A69707CBB2}" type="pres">
      <dgm:prSet presAssocID="{CE84667C-0467-44F6-8280-84FF00DD5E03}" presName="spaceRect" presStyleCnt="0"/>
      <dgm:spPr/>
    </dgm:pt>
    <dgm:pt modelId="{BF7A06D4-1A83-4E97-A014-51329046197D}" type="pres">
      <dgm:prSet presAssocID="{CE84667C-0467-44F6-8280-84FF00DD5E03}" presName="textRect" presStyleLbl="revTx" presStyleIdx="1" presStyleCnt="3">
        <dgm:presLayoutVars>
          <dgm:chMax val="1"/>
          <dgm:chPref val="1"/>
        </dgm:presLayoutVars>
      </dgm:prSet>
      <dgm:spPr/>
    </dgm:pt>
    <dgm:pt modelId="{99F434EB-14E7-4AFA-AC55-C4E6F3F277E5}" type="pres">
      <dgm:prSet presAssocID="{49E0033F-DD68-461D-90B9-EDDA70AD53A2}" presName="sibTrans" presStyleCnt="0"/>
      <dgm:spPr/>
    </dgm:pt>
    <dgm:pt modelId="{FC26711C-0F00-40AB-847D-72ED32271066}" type="pres">
      <dgm:prSet presAssocID="{779785AC-3860-4453-A97F-EBE845064A74}" presName="compNode" presStyleCnt="0"/>
      <dgm:spPr/>
    </dgm:pt>
    <dgm:pt modelId="{1B3CB087-C284-427B-9F35-6D9A58EA7319}" type="pres">
      <dgm:prSet presAssocID="{779785AC-3860-4453-A97F-EBE845064A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7743489-DE78-4EA4-8C25-202AF72850CE}" type="pres">
      <dgm:prSet presAssocID="{779785AC-3860-4453-A97F-EBE845064A74}" presName="spaceRect" presStyleCnt="0"/>
      <dgm:spPr/>
    </dgm:pt>
    <dgm:pt modelId="{3C838A79-45E3-4231-9BA1-26C24113D487}" type="pres">
      <dgm:prSet presAssocID="{779785AC-3860-4453-A97F-EBE845064A7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015EE5C-177E-449D-94DC-784A2F0A931A}" type="presOf" srcId="{5AC1C7A6-5779-4E11-B9A4-90BFF563D3FA}" destId="{DEF25DEA-F593-4BC7-804C-F90D5C8D6B06}" srcOrd="0" destOrd="0" presId="urn:microsoft.com/office/officeart/2018/2/layout/IconLabelList"/>
    <dgm:cxn modelId="{D3E5F246-153F-4895-8FE7-F672882D3336}" srcId="{5AC1C7A6-5779-4E11-B9A4-90BFF563D3FA}" destId="{CE84667C-0467-44F6-8280-84FF00DD5E03}" srcOrd="1" destOrd="0" parTransId="{8528537C-4571-4903-B25A-8FC6AD7B477A}" sibTransId="{49E0033F-DD68-461D-90B9-EDDA70AD53A2}"/>
    <dgm:cxn modelId="{A1610A59-364E-4FB7-9859-7749D469F887}" type="presOf" srcId="{779785AC-3860-4453-A97F-EBE845064A74}" destId="{3C838A79-45E3-4231-9BA1-26C24113D487}" srcOrd="0" destOrd="0" presId="urn:microsoft.com/office/officeart/2018/2/layout/IconLabelList"/>
    <dgm:cxn modelId="{A4CB19B6-0455-4097-A05C-6018308D9128}" srcId="{5AC1C7A6-5779-4E11-B9A4-90BFF563D3FA}" destId="{183BB9F6-F0A9-4A83-A097-16ABC96D4CEF}" srcOrd="0" destOrd="0" parTransId="{0B162666-B343-4346-BF80-F34ABCA271AD}" sibTransId="{594308A6-0FFB-4E85-8ADC-B1E27519BC5D}"/>
    <dgm:cxn modelId="{F6D4EFB9-576E-41D3-9017-83D8352D3C08}" type="presOf" srcId="{CE84667C-0467-44F6-8280-84FF00DD5E03}" destId="{BF7A06D4-1A83-4E97-A014-51329046197D}" srcOrd="0" destOrd="0" presId="urn:microsoft.com/office/officeart/2018/2/layout/IconLabelList"/>
    <dgm:cxn modelId="{327BA9DF-9CFE-4BF9-A0AF-04940BE70003}" type="presOf" srcId="{183BB9F6-F0A9-4A83-A097-16ABC96D4CEF}" destId="{CF4B0F64-129F-4455-9B5B-E06FD0E729EB}" srcOrd="0" destOrd="0" presId="urn:microsoft.com/office/officeart/2018/2/layout/IconLabelList"/>
    <dgm:cxn modelId="{1417C1ED-B3E1-4343-B33B-47D82216F728}" srcId="{5AC1C7A6-5779-4E11-B9A4-90BFF563D3FA}" destId="{779785AC-3860-4453-A97F-EBE845064A74}" srcOrd="2" destOrd="0" parTransId="{C7348E9C-933B-4BD3-8B65-B40F6D1D3870}" sibTransId="{73D4E392-E126-4104-9FF3-156C581E78BD}"/>
    <dgm:cxn modelId="{DC7E543A-981C-4495-B7D5-73A605DC1E97}" type="presParOf" srcId="{DEF25DEA-F593-4BC7-804C-F90D5C8D6B06}" destId="{8C219D46-E9E8-40C8-8825-4FA680C0B10E}" srcOrd="0" destOrd="0" presId="urn:microsoft.com/office/officeart/2018/2/layout/IconLabelList"/>
    <dgm:cxn modelId="{98D16752-9F59-4094-8FB6-B8F65E493909}" type="presParOf" srcId="{8C219D46-E9E8-40C8-8825-4FA680C0B10E}" destId="{CD2935DF-CB88-48BF-A330-DB6952715B9C}" srcOrd="0" destOrd="0" presId="urn:microsoft.com/office/officeart/2018/2/layout/IconLabelList"/>
    <dgm:cxn modelId="{3BE4CE71-F067-4892-94AF-199C395C165B}" type="presParOf" srcId="{8C219D46-E9E8-40C8-8825-4FA680C0B10E}" destId="{A5F872E9-076E-46CA-A1F9-63329356038E}" srcOrd="1" destOrd="0" presId="urn:microsoft.com/office/officeart/2018/2/layout/IconLabelList"/>
    <dgm:cxn modelId="{8F100C77-F48D-42B5-AC17-00A300049274}" type="presParOf" srcId="{8C219D46-E9E8-40C8-8825-4FA680C0B10E}" destId="{CF4B0F64-129F-4455-9B5B-E06FD0E729EB}" srcOrd="2" destOrd="0" presId="urn:microsoft.com/office/officeart/2018/2/layout/IconLabelList"/>
    <dgm:cxn modelId="{CA6E88E0-F3DA-49FD-8450-87C45D3CBEE8}" type="presParOf" srcId="{DEF25DEA-F593-4BC7-804C-F90D5C8D6B06}" destId="{E251065D-FE48-4ED8-A4B8-08321464C0EA}" srcOrd="1" destOrd="0" presId="urn:microsoft.com/office/officeart/2018/2/layout/IconLabelList"/>
    <dgm:cxn modelId="{D3B48E4A-3138-46DA-8345-3014E1722722}" type="presParOf" srcId="{DEF25DEA-F593-4BC7-804C-F90D5C8D6B06}" destId="{D2ED7396-A062-46C5-8E68-F0449F195178}" srcOrd="2" destOrd="0" presId="urn:microsoft.com/office/officeart/2018/2/layout/IconLabelList"/>
    <dgm:cxn modelId="{EBD0A315-FBC4-4354-8D23-FDC072CB1C89}" type="presParOf" srcId="{D2ED7396-A062-46C5-8E68-F0449F195178}" destId="{8D1B38A1-0F62-46D6-B18F-803C9007DECA}" srcOrd="0" destOrd="0" presId="urn:microsoft.com/office/officeart/2018/2/layout/IconLabelList"/>
    <dgm:cxn modelId="{793057F6-34A5-4E8F-8F96-32E2A90EDDC1}" type="presParOf" srcId="{D2ED7396-A062-46C5-8E68-F0449F195178}" destId="{0CABE1AE-1AD9-4A53-9C66-82A69707CBB2}" srcOrd="1" destOrd="0" presId="urn:microsoft.com/office/officeart/2018/2/layout/IconLabelList"/>
    <dgm:cxn modelId="{69FE6372-82B8-46C0-AF3B-611E570599BB}" type="presParOf" srcId="{D2ED7396-A062-46C5-8E68-F0449F195178}" destId="{BF7A06D4-1A83-4E97-A014-51329046197D}" srcOrd="2" destOrd="0" presId="urn:microsoft.com/office/officeart/2018/2/layout/IconLabelList"/>
    <dgm:cxn modelId="{AD95D1B7-97BD-4AB0-BE99-2D860C4A3727}" type="presParOf" srcId="{DEF25DEA-F593-4BC7-804C-F90D5C8D6B06}" destId="{99F434EB-14E7-4AFA-AC55-C4E6F3F277E5}" srcOrd="3" destOrd="0" presId="urn:microsoft.com/office/officeart/2018/2/layout/IconLabelList"/>
    <dgm:cxn modelId="{3A94C3F6-C5D5-4CC6-B313-37053BF883A0}" type="presParOf" srcId="{DEF25DEA-F593-4BC7-804C-F90D5C8D6B06}" destId="{FC26711C-0F00-40AB-847D-72ED32271066}" srcOrd="4" destOrd="0" presId="urn:microsoft.com/office/officeart/2018/2/layout/IconLabelList"/>
    <dgm:cxn modelId="{6D180998-C2CD-428D-9BC6-4144ED947F67}" type="presParOf" srcId="{FC26711C-0F00-40AB-847D-72ED32271066}" destId="{1B3CB087-C284-427B-9F35-6D9A58EA7319}" srcOrd="0" destOrd="0" presId="urn:microsoft.com/office/officeart/2018/2/layout/IconLabelList"/>
    <dgm:cxn modelId="{17ACAB17-206B-4E6E-B023-A325EDDEFC08}" type="presParOf" srcId="{FC26711C-0F00-40AB-847D-72ED32271066}" destId="{37743489-DE78-4EA4-8C25-202AF72850CE}" srcOrd="1" destOrd="0" presId="urn:microsoft.com/office/officeart/2018/2/layout/IconLabelList"/>
    <dgm:cxn modelId="{FCF046A5-BD91-4625-A54D-6612C7353CB0}" type="presParOf" srcId="{FC26711C-0F00-40AB-847D-72ED32271066}" destId="{3C838A79-45E3-4231-9BA1-26C24113D48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8D230CF-9C8E-418B-A77D-BCC9CDAB116B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0F2915-50E4-436E-AC4C-9E3EB8A78390}">
      <dgm:prSet/>
      <dgm:spPr/>
      <dgm:t>
        <a:bodyPr/>
        <a:lstStyle/>
        <a:p>
          <a:r>
            <a:rPr lang="en-US"/>
            <a:t>IT services &amp; consulting company.</a:t>
          </a:r>
        </a:p>
      </dgm:t>
    </dgm:pt>
    <dgm:pt modelId="{C57A20D8-4D49-4F2C-A6B4-A45C4DA6CB80}" type="parTrans" cxnId="{A79DD25D-A4C0-4972-9473-1F8C8AA4A2F3}">
      <dgm:prSet/>
      <dgm:spPr/>
      <dgm:t>
        <a:bodyPr/>
        <a:lstStyle/>
        <a:p>
          <a:endParaRPr lang="en-US"/>
        </a:p>
      </dgm:t>
    </dgm:pt>
    <dgm:pt modelId="{A2E91108-0FBF-4FDC-B403-18540885074A}" type="sibTrans" cxnId="{A79DD25D-A4C0-4972-9473-1F8C8AA4A2F3}">
      <dgm:prSet/>
      <dgm:spPr/>
      <dgm:t>
        <a:bodyPr/>
        <a:lstStyle/>
        <a:p>
          <a:endParaRPr lang="en-US"/>
        </a:p>
      </dgm:t>
    </dgm:pt>
    <dgm:pt modelId="{26963CAE-751E-45F9-AD27-2A04E3A1BC5A}">
      <dgm:prSet/>
      <dgm:spPr/>
      <dgm:t>
        <a:bodyPr/>
        <a:lstStyle/>
        <a:p>
          <a:r>
            <a:rPr lang="en-US"/>
            <a:t>Focus on enterprise solutions.</a:t>
          </a:r>
        </a:p>
      </dgm:t>
    </dgm:pt>
    <dgm:pt modelId="{F67B3C5B-3CB2-42A7-B22F-6D422F6661E3}" type="parTrans" cxnId="{970D08EA-A411-4352-932A-502D89BC31C3}">
      <dgm:prSet/>
      <dgm:spPr/>
      <dgm:t>
        <a:bodyPr/>
        <a:lstStyle/>
        <a:p>
          <a:endParaRPr lang="en-US"/>
        </a:p>
      </dgm:t>
    </dgm:pt>
    <dgm:pt modelId="{7FEFD405-4A98-4AFF-9879-E1F6DA69F376}" type="sibTrans" cxnId="{970D08EA-A411-4352-932A-502D89BC31C3}">
      <dgm:prSet/>
      <dgm:spPr/>
      <dgm:t>
        <a:bodyPr/>
        <a:lstStyle/>
        <a:p>
          <a:endParaRPr lang="en-US"/>
        </a:p>
      </dgm:t>
    </dgm:pt>
    <dgm:pt modelId="{2231BB0E-CB3B-4E6E-867C-6FC04F0BEA81}">
      <dgm:prSet/>
      <dgm:spPr/>
      <dgm:t>
        <a:bodyPr/>
        <a:lstStyle/>
        <a:p>
          <a:r>
            <a:rPr lang="en-US"/>
            <a:t>Strong R&amp;D and innovation.</a:t>
          </a:r>
        </a:p>
      </dgm:t>
    </dgm:pt>
    <dgm:pt modelId="{C919B7D0-87BF-4451-8343-4946D704BAD5}" type="parTrans" cxnId="{7C9EF4DF-26E9-4868-8425-3691B8ED7F18}">
      <dgm:prSet/>
      <dgm:spPr/>
      <dgm:t>
        <a:bodyPr/>
        <a:lstStyle/>
        <a:p>
          <a:endParaRPr lang="en-US"/>
        </a:p>
      </dgm:t>
    </dgm:pt>
    <dgm:pt modelId="{BBF70801-51A2-43C3-9B7A-F36A5264C692}" type="sibTrans" cxnId="{7C9EF4DF-26E9-4868-8425-3691B8ED7F18}">
      <dgm:prSet/>
      <dgm:spPr/>
      <dgm:t>
        <a:bodyPr/>
        <a:lstStyle/>
        <a:p>
          <a:endParaRPr lang="en-US"/>
        </a:p>
      </dgm:t>
    </dgm:pt>
    <dgm:pt modelId="{B3541219-3F8A-4479-B8DC-70E460BD22C4}" type="pres">
      <dgm:prSet presAssocID="{28D230CF-9C8E-418B-A77D-BCC9CDAB116B}" presName="diagram" presStyleCnt="0">
        <dgm:presLayoutVars>
          <dgm:dir/>
          <dgm:resizeHandles val="exact"/>
        </dgm:presLayoutVars>
      </dgm:prSet>
      <dgm:spPr/>
    </dgm:pt>
    <dgm:pt modelId="{4AB768DF-CF8C-4CCA-BC65-85303564B4AE}" type="pres">
      <dgm:prSet presAssocID="{170F2915-50E4-436E-AC4C-9E3EB8A78390}" presName="node" presStyleLbl="node1" presStyleIdx="0" presStyleCnt="3">
        <dgm:presLayoutVars>
          <dgm:bulletEnabled val="1"/>
        </dgm:presLayoutVars>
      </dgm:prSet>
      <dgm:spPr/>
    </dgm:pt>
    <dgm:pt modelId="{8F959C45-B24A-48C5-BDAF-1BF19879E20F}" type="pres">
      <dgm:prSet presAssocID="{A2E91108-0FBF-4FDC-B403-18540885074A}" presName="sibTrans" presStyleCnt="0"/>
      <dgm:spPr/>
    </dgm:pt>
    <dgm:pt modelId="{17A3E4DE-0947-4D20-B602-B238B5BE3B11}" type="pres">
      <dgm:prSet presAssocID="{26963CAE-751E-45F9-AD27-2A04E3A1BC5A}" presName="node" presStyleLbl="node1" presStyleIdx="1" presStyleCnt="3">
        <dgm:presLayoutVars>
          <dgm:bulletEnabled val="1"/>
        </dgm:presLayoutVars>
      </dgm:prSet>
      <dgm:spPr/>
    </dgm:pt>
    <dgm:pt modelId="{E075B98C-96C3-4E60-9CE8-C865C1F77640}" type="pres">
      <dgm:prSet presAssocID="{7FEFD405-4A98-4AFF-9879-E1F6DA69F376}" presName="sibTrans" presStyleCnt="0"/>
      <dgm:spPr/>
    </dgm:pt>
    <dgm:pt modelId="{88734C13-F059-437E-8E2B-485BC6FB1482}" type="pres">
      <dgm:prSet presAssocID="{2231BB0E-CB3B-4E6E-867C-6FC04F0BEA81}" presName="node" presStyleLbl="node1" presStyleIdx="2" presStyleCnt="3">
        <dgm:presLayoutVars>
          <dgm:bulletEnabled val="1"/>
        </dgm:presLayoutVars>
      </dgm:prSet>
      <dgm:spPr/>
    </dgm:pt>
  </dgm:ptLst>
  <dgm:cxnLst>
    <dgm:cxn modelId="{492D1E11-4085-4CE2-9D20-6BA4FAAC60A3}" type="presOf" srcId="{2231BB0E-CB3B-4E6E-867C-6FC04F0BEA81}" destId="{88734C13-F059-437E-8E2B-485BC6FB1482}" srcOrd="0" destOrd="0" presId="urn:microsoft.com/office/officeart/2005/8/layout/default"/>
    <dgm:cxn modelId="{A79DD25D-A4C0-4972-9473-1F8C8AA4A2F3}" srcId="{28D230CF-9C8E-418B-A77D-BCC9CDAB116B}" destId="{170F2915-50E4-436E-AC4C-9E3EB8A78390}" srcOrd="0" destOrd="0" parTransId="{C57A20D8-4D49-4F2C-A6B4-A45C4DA6CB80}" sibTransId="{A2E91108-0FBF-4FDC-B403-18540885074A}"/>
    <dgm:cxn modelId="{0D2CE06A-C7B2-451C-8E6E-91B3A24678CE}" type="presOf" srcId="{28D230CF-9C8E-418B-A77D-BCC9CDAB116B}" destId="{B3541219-3F8A-4479-B8DC-70E460BD22C4}" srcOrd="0" destOrd="0" presId="urn:microsoft.com/office/officeart/2005/8/layout/default"/>
    <dgm:cxn modelId="{8924B682-D31D-4E9F-B848-C8345CF2F9CD}" type="presOf" srcId="{170F2915-50E4-436E-AC4C-9E3EB8A78390}" destId="{4AB768DF-CF8C-4CCA-BC65-85303564B4AE}" srcOrd="0" destOrd="0" presId="urn:microsoft.com/office/officeart/2005/8/layout/default"/>
    <dgm:cxn modelId="{A4E63AB2-790C-4220-97A5-568736FC1529}" type="presOf" srcId="{26963CAE-751E-45F9-AD27-2A04E3A1BC5A}" destId="{17A3E4DE-0947-4D20-B602-B238B5BE3B11}" srcOrd="0" destOrd="0" presId="urn:microsoft.com/office/officeart/2005/8/layout/default"/>
    <dgm:cxn modelId="{7C9EF4DF-26E9-4868-8425-3691B8ED7F18}" srcId="{28D230CF-9C8E-418B-A77D-BCC9CDAB116B}" destId="{2231BB0E-CB3B-4E6E-867C-6FC04F0BEA81}" srcOrd="2" destOrd="0" parTransId="{C919B7D0-87BF-4451-8343-4946D704BAD5}" sibTransId="{BBF70801-51A2-43C3-9B7A-F36A5264C692}"/>
    <dgm:cxn modelId="{970D08EA-A411-4352-932A-502D89BC31C3}" srcId="{28D230CF-9C8E-418B-A77D-BCC9CDAB116B}" destId="{26963CAE-751E-45F9-AD27-2A04E3A1BC5A}" srcOrd="1" destOrd="0" parTransId="{F67B3C5B-3CB2-42A7-B22F-6D422F6661E3}" sibTransId="{7FEFD405-4A98-4AFF-9879-E1F6DA69F376}"/>
    <dgm:cxn modelId="{D73211B6-B4AA-4A7B-8814-4A6FC887C75E}" type="presParOf" srcId="{B3541219-3F8A-4479-B8DC-70E460BD22C4}" destId="{4AB768DF-CF8C-4CCA-BC65-85303564B4AE}" srcOrd="0" destOrd="0" presId="urn:microsoft.com/office/officeart/2005/8/layout/default"/>
    <dgm:cxn modelId="{49F364E9-1604-4F9C-B4FE-55A62EC95F4B}" type="presParOf" srcId="{B3541219-3F8A-4479-B8DC-70E460BD22C4}" destId="{8F959C45-B24A-48C5-BDAF-1BF19879E20F}" srcOrd="1" destOrd="0" presId="urn:microsoft.com/office/officeart/2005/8/layout/default"/>
    <dgm:cxn modelId="{2CF626CB-8A7C-4662-AA48-3B788743A279}" type="presParOf" srcId="{B3541219-3F8A-4479-B8DC-70E460BD22C4}" destId="{17A3E4DE-0947-4D20-B602-B238B5BE3B11}" srcOrd="2" destOrd="0" presId="urn:microsoft.com/office/officeart/2005/8/layout/default"/>
    <dgm:cxn modelId="{336D7157-946D-4F7D-8ADB-52CE52C1DF9E}" type="presParOf" srcId="{B3541219-3F8A-4479-B8DC-70E460BD22C4}" destId="{E075B98C-96C3-4E60-9CE8-C865C1F77640}" srcOrd="3" destOrd="0" presId="urn:microsoft.com/office/officeart/2005/8/layout/default"/>
    <dgm:cxn modelId="{9F278511-27EB-487A-932F-4B5A56DE89C4}" type="presParOf" srcId="{B3541219-3F8A-4479-B8DC-70E460BD22C4}" destId="{88734C13-F059-437E-8E2B-485BC6FB148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F13138C-4F90-4577-898F-6BACE0BFD20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52C33A0-07E9-414D-8267-0861B5EDC6B5}">
      <dgm:prSet/>
      <dgm:spPr/>
      <dgm:t>
        <a:bodyPr/>
        <a:lstStyle/>
        <a:p>
          <a:r>
            <a:rPr lang="en-US"/>
            <a:t>IT Services</a:t>
          </a:r>
        </a:p>
      </dgm:t>
    </dgm:pt>
    <dgm:pt modelId="{30DDB30E-5CB0-4276-8315-A38F4B5F2F73}" type="parTrans" cxnId="{A3702014-6E6A-4F0D-ACDB-7633D331A687}">
      <dgm:prSet/>
      <dgm:spPr/>
      <dgm:t>
        <a:bodyPr/>
        <a:lstStyle/>
        <a:p>
          <a:endParaRPr lang="en-US"/>
        </a:p>
      </dgm:t>
    </dgm:pt>
    <dgm:pt modelId="{AA6FE33C-5F93-4750-9CAB-BBEF89564135}" type="sibTrans" cxnId="{A3702014-6E6A-4F0D-ACDB-7633D331A687}">
      <dgm:prSet/>
      <dgm:spPr/>
      <dgm:t>
        <a:bodyPr/>
        <a:lstStyle/>
        <a:p>
          <a:endParaRPr lang="en-US"/>
        </a:p>
      </dgm:t>
    </dgm:pt>
    <dgm:pt modelId="{5B0F03C6-D72A-476B-9F28-DE45D3C99A7D}">
      <dgm:prSet/>
      <dgm:spPr/>
      <dgm:t>
        <a:bodyPr/>
        <a:lstStyle/>
        <a:p>
          <a:r>
            <a:rPr lang="en-US"/>
            <a:t>Cloud Computing</a:t>
          </a:r>
        </a:p>
      </dgm:t>
    </dgm:pt>
    <dgm:pt modelId="{C2A2D92E-E10B-4192-AB3B-A3F42000F1F3}" type="parTrans" cxnId="{514E9B83-7F95-4C12-A4EF-CFC13E9D7F0C}">
      <dgm:prSet/>
      <dgm:spPr/>
      <dgm:t>
        <a:bodyPr/>
        <a:lstStyle/>
        <a:p>
          <a:endParaRPr lang="en-US"/>
        </a:p>
      </dgm:t>
    </dgm:pt>
    <dgm:pt modelId="{FAEAF696-47E5-481B-9F57-306D9AC52A83}" type="sibTrans" cxnId="{514E9B83-7F95-4C12-A4EF-CFC13E9D7F0C}">
      <dgm:prSet/>
      <dgm:spPr/>
      <dgm:t>
        <a:bodyPr/>
        <a:lstStyle/>
        <a:p>
          <a:endParaRPr lang="en-US"/>
        </a:p>
      </dgm:t>
    </dgm:pt>
    <dgm:pt modelId="{1BB52694-EFA8-403A-B2B9-825F46D88547}">
      <dgm:prSet/>
      <dgm:spPr/>
      <dgm:t>
        <a:bodyPr/>
        <a:lstStyle/>
        <a:p>
          <a:r>
            <a:rPr lang="en-US"/>
            <a:t>Cybersecurity</a:t>
          </a:r>
        </a:p>
      </dgm:t>
    </dgm:pt>
    <dgm:pt modelId="{E72848D1-202B-4E51-B04E-E2B90465FAD0}" type="parTrans" cxnId="{8EC8095E-5A12-4D2B-B020-1272D0CD611C}">
      <dgm:prSet/>
      <dgm:spPr/>
      <dgm:t>
        <a:bodyPr/>
        <a:lstStyle/>
        <a:p>
          <a:endParaRPr lang="en-US"/>
        </a:p>
      </dgm:t>
    </dgm:pt>
    <dgm:pt modelId="{6085A1E4-0521-4436-91C7-6A463F964AC7}" type="sibTrans" cxnId="{8EC8095E-5A12-4D2B-B020-1272D0CD611C}">
      <dgm:prSet/>
      <dgm:spPr/>
      <dgm:t>
        <a:bodyPr/>
        <a:lstStyle/>
        <a:p>
          <a:endParaRPr lang="en-US"/>
        </a:p>
      </dgm:t>
    </dgm:pt>
    <dgm:pt modelId="{DE140B42-F9E9-48FD-9716-38D8C1DC9129}">
      <dgm:prSet/>
      <dgm:spPr/>
      <dgm:t>
        <a:bodyPr/>
        <a:lstStyle/>
        <a:p>
          <a:r>
            <a:rPr lang="en-US"/>
            <a:t>AI &amp; Data Analytics</a:t>
          </a:r>
        </a:p>
      </dgm:t>
    </dgm:pt>
    <dgm:pt modelId="{9CDAD03D-9665-4C32-A173-04BA4C28F871}" type="parTrans" cxnId="{E084D6C3-2110-401F-8809-85322B82A965}">
      <dgm:prSet/>
      <dgm:spPr/>
      <dgm:t>
        <a:bodyPr/>
        <a:lstStyle/>
        <a:p>
          <a:endParaRPr lang="en-US"/>
        </a:p>
      </dgm:t>
    </dgm:pt>
    <dgm:pt modelId="{C9128695-1E1F-4935-BDD6-E4BAD72E7FE6}" type="sibTrans" cxnId="{E084D6C3-2110-401F-8809-85322B82A965}">
      <dgm:prSet/>
      <dgm:spPr/>
      <dgm:t>
        <a:bodyPr/>
        <a:lstStyle/>
        <a:p>
          <a:endParaRPr lang="en-US"/>
        </a:p>
      </dgm:t>
    </dgm:pt>
    <dgm:pt modelId="{5887B0E0-52A9-4C2D-BAD5-018598328456}">
      <dgm:prSet/>
      <dgm:spPr/>
      <dgm:t>
        <a:bodyPr/>
        <a:lstStyle/>
        <a:p>
          <a:r>
            <a:rPr lang="en-US"/>
            <a:t>Engineering Services</a:t>
          </a:r>
        </a:p>
      </dgm:t>
    </dgm:pt>
    <dgm:pt modelId="{93B02D23-52AB-4898-83FE-5D12A2D9DCC5}" type="parTrans" cxnId="{C8F5A716-86C8-4486-A5D9-B0105A33E58D}">
      <dgm:prSet/>
      <dgm:spPr/>
      <dgm:t>
        <a:bodyPr/>
        <a:lstStyle/>
        <a:p>
          <a:endParaRPr lang="en-US"/>
        </a:p>
      </dgm:t>
    </dgm:pt>
    <dgm:pt modelId="{BC1FE982-3E4B-4957-BFCE-C297DD6CC23C}" type="sibTrans" cxnId="{C8F5A716-86C8-4486-A5D9-B0105A33E58D}">
      <dgm:prSet/>
      <dgm:spPr/>
      <dgm:t>
        <a:bodyPr/>
        <a:lstStyle/>
        <a:p>
          <a:endParaRPr lang="en-US"/>
        </a:p>
      </dgm:t>
    </dgm:pt>
    <dgm:pt modelId="{30908758-86E6-41C2-8B34-7300B2BC287E}" type="pres">
      <dgm:prSet presAssocID="{5F13138C-4F90-4577-898F-6BACE0BFD203}" presName="root" presStyleCnt="0">
        <dgm:presLayoutVars>
          <dgm:dir/>
          <dgm:resizeHandles val="exact"/>
        </dgm:presLayoutVars>
      </dgm:prSet>
      <dgm:spPr/>
    </dgm:pt>
    <dgm:pt modelId="{FDA43431-4327-465A-9105-707009927E64}" type="pres">
      <dgm:prSet presAssocID="{5F13138C-4F90-4577-898F-6BACE0BFD203}" presName="container" presStyleCnt="0">
        <dgm:presLayoutVars>
          <dgm:dir/>
          <dgm:resizeHandles val="exact"/>
        </dgm:presLayoutVars>
      </dgm:prSet>
      <dgm:spPr/>
    </dgm:pt>
    <dgm:pt modelId="{F1594DDA-C8AA-4C0E-BB3F-276D91CB6C47}" type="pres">
      <dgm:prSet presAssocID="{452C33A0-07E9-414D-8267-0861B5EDC6B5}" presName="compNode" presStyleCnt="0"/>
      <dgm:spPr/>
    </dgm:pt>
    <dgm:pt modelId="{45EB1371-D6F9-41EB-8D29-30B52065F9A9}" type="pres">
      <dgm:prSet presAssocID="{452C33A0-07E9-414D-8267-0861B5EDC6B5}" presName="iconBgRect" presStyleLbl="bgShp" presStyleIdx="0" presStyleCnt="5"/>
      <dgm:spPr/>
    </dgm:pt>
    <dgm:pt modelId="{6A28AECB-F3B8-4958-9301-E3EE6A326CB2}" type="pres">
      <dgm:prSet presAssocID="{452C33A0-07E9-414D-8267-0861B5EDC6B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98835CAE-37A1-4B25-B15F-BD82724A4351}" type="pres">
      <dgm:prSet presAssocID="{452C33A0-07E9-414D-8267-0861B5EDC6B5}" presName="spaceRect" presStyleCnt="0"/>
      <dgm:spPr/>
    </dgm:pt>
    <dgm:pt modelId="{663D7BB7-F8BD-4EFF-807E-C688F7C86058}" type="pres">
      <dgm:prSet presAssocID="{452C33A0-07E9-414D-8267-0861B5EDC6B5}" presName="textRect" presStyleLbl="revTx" presStyleIdx="0" presStyleCnt="5">
        <dgm:presLayoutVars>
          <dgm:chMax val="1"/>
          <dgm:chPref val="1"/>
        </dgm:presLayoutVars>
      </dgm:prSet>
      <dgm:spPr/>
    </dgm:pt>
    <dgm:pt modelId="{99FB381F-11D5-4F83-97D1-3AB5FF35682A}" type="pres">
      <dgm:prSet presAssocID="{AA6FE33C-5F93-4750-9CAB-BBEF89564135}" presName="sibTrans" presStyleLbl="sibTrans2D1" presStyleIdx="0" presStyleCnt="0"/>
      <dgm:spPr/>
    </dgm:pt>
    <dgm:pt modelId="{82EAF0CF-C289-4C30-8FC6-22347E71917A}" type="pres">
      <dgm:prSet presAssocID="{5B0F03C6-D72A-476B-9F28-DE45D3C99A7D}" presName="compNode" presStyleCnt="0"/>
      <dgm:spPr/>
    </dgm:pt>
    <dgm:pt modelId="{A4ED6733-19C1-40C6-9266-DD75230E6DFA}" type="pres">
      <dgm:prSet presAssocID="{5B0F03C6-D72A-476B-9F28-DE45D3C99A7D}" presName="iconBgRect" presStyleLbl="bgShp" presStyleIdx="1" presStyleCnt="5"/>
      <dgm:spPr/>
    </dgm:pt>
    <dgm:pt modelId="{4E47CF9D-4AAD-4B1E-9DA8-5391C7CB03E2}" type="pres">
      <dgm:prSet presAssocID="{5B0F03C6-D72A-476B-9F28-DE45D3C99A7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8D2B41F0-A4ED-4253-9247-9D590D317431}" type="pres">
      <dgm:prSet presAssocID="{5B0F03C6-D72A-476B-9F28-DE45D3C99A7D}" presName="spaceRect" presStyleCnt="0"/>
      <dgm:spPr/>
    </dgm:pt>
    <dgm:pt modelId="{6094F340-B62B-4779-9E4B-052FDB40968D}" type="pres">
      <dgm:prSet presAssocID="{5B0F03C6-D72A-476B-9F28-DE45D3C99A7D}" presName="textRect" presStyleLbl="revTx" presStyleIdx="1" presStyleCnt="5">
        <dgm:presLayoutVars>
          <dgm:chMax val="1"/>
          <dgm:chPref val="1"/>
        </dgm:presLayoutVars>
      </dgm:prSet>
      <dgm:spPr/>
    </dgm:pt>
    <dgm:pt modelId="{913E20E8-712F-4AC4-A669-5DE55E456AA1}" type="pres">
      <dgm:prSet presAssocID="{FAEAF696-47E5-481B-9F57-306D9AC52A83}" presName="sibTrans" presStyleLbl="sibTrans2D1" presStyleIdx="0" presStyleCnt="0"/>
      <dgm:spPr/>
    </dgm:pt>
    <dgm:pt modelId="{C0C6FD6E-C981-4678-986A-1EE6E75BCB27}" type="pres">
      <dgm:prSet presAssocID="{1BB52694-EFA8-403A-B2B9-825F46D88547}" presName="compNode" presStyleCnt="0"/>
      <dgm:spPr/>
    </dgm:pt>
    <dgm:pt modelId="{6E2CC370-CCB9-4DE4-8CEE-FA25181AF683}" type="pres">
      <dgm:prSet presAssocID="{1BB52694-EFA8-403A-B2B9-825F46D88547}" presName="iconBgRect" presStyleLbl="bgShp" presStyleIdx="2" presStyleCnt="5"/>
      <dgm:spPr/>
    </dgm:pt>
    <dgm:pt modelId="{205F0390-2D4E-4418-A9CA-EC96BF1890E1}" type="pres">
      <dgm:prSet presAssocID="{1BB52694-EFA8-403A-B2B9-825F46D8854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1FD046E-46EE-4259-82EA-C0E3ACCC49C1}" type="pres">
      <dgm:prSet presAssocID="{1BB52694-EFA8-403A-B2B9-825F46D88547}" presName="spaceRect" presStyleCnt="0"/>
      <dgm:spPr/>
    </dgm:pt>
    <dgm:pt modelId="{A9A8681A-84AA-413F-907E-8538A294F05A}" type="pres">
      <dgm:prSet presAssocID="{1BB52694-EFA8-403A-B2B9-825F46D88547}" presName="textRect" presStyleLbl="revTx" presStyleIdx="2" presStyleCnt="5">
        <dgm:presLayoutVars>
          <dgm:chMax val="1"/>
          <dgm:chPref val="1"/>
        </dgm:presLayoutVars>
      </dgm:prSet>
      <dgm:spPr/>
    </dgm:pt>
    <dgm:pt modelId="{E2E5A96B-8E52-4BFC-8984-5B18ED338A2F}" type="pres">
      <dgm:prSet presAssocID="{6085A1E4-0521-4436-91C7-6A463F964AC7}" presName="sibTrans" presStyleLbl="sibTrans2D1" presStyleIdx="0" presStyleCnt="0"/>
      <dgm:spPr/>
    </dgm:pt>
    <dgm:pt modelId="{F554309D-D763-4832-9F8B-D460B1948614}" type="pres">
      <dgm:prSet presAssocID="{DE140B42-F9E9-48FD-9716-38D8C1DC9129}" presName="compNode" presStyleCnt="0"/>
      <dgm:spPr/>
    </dgm:pt>
    <dgm:pt modelId="{F0FCB616-6866-4542-8129-B8E737DB25E6}" type="pres">
      <dgm:prSet presAssocID="{DE140B42-F9E9-48FD-9716-38D8C1DC9129}" presName="iconBgRect" presStyleLbl="bgShp" presStyleIdx="3" presStyleCnt="5"/>
      <dgm:spPr/>
    </dgm:pt>
    <dgm:pt modelId="{557A03F1-6961-4ED7-A85A-8CF4063D3826}" type="pres">
      <dgm:prSet presAssocID="{DE140B42-F9E9-48FD-9716-38D8C1DC912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D2BF994-832F-43C4-A92A-4DAA97023144}" type="pres">
      <dgm:prSet presAssocID="{DE140B42-F9E9-48FD-9716-38D8C1DC9129}" presName="spaceRect" presStyleCnt="0"/>
      <dgm:spPr/>
    </dgm:pt>
    <dgm:pt modelId="{D5265888-2143-4ED7-9DDC-6C52FDB60663}" type="pres">
      <dgm:prSet presAssocID="{DE140B42-F9E9-48FD-9716-38D8C1DC9129}" presName="textRect" presStyleLbl="revTx" presStyleIdx="3" presStyleCnt="5">
        <dgm:presLayoutVars>
          <dgm:chMax val="1"/>
          <dgm:chPref val="1"/>
        </dgm:presLayoutVars>
      </dgm:prSet>
      <dgm:spPr/>
    </dgm:pt>
    <dgm:pt modelId="{41F8E485-940B-4492-969F-2276EBAA4875}" type="pres">
      <dgm:prSet presAssocID="{C9128695-1E1F-4935-BDD6-E4BAD72E7FE6}" presName="sibTrans" presStyleLbl="sibTrans2D1" presStyleIdx="0" presStyleCnt="0"/>
      <dgm:spPr/>
    </dgm:pt>
    <dgm:pt modelId="{852DF42E-64CF-4C4D-817D-E29537221A56}" type="pres">
      <dgm:prSet presAssocID="{5887B0E0-52A9-4C2D-BAD5-018598328456}" presName="compNode" presStyleCnt="0"/>
      <dgm:spPr/>
    </dgm:pt>
    <dgm:pt modelId="{C46B2C6E-3202-4FB5-83C3-2C99D43D0FD5}" type="pres">
      <dgm:prSet presAssocID="{5887B0E0-52A9-4C2D-BAD5-018598328456}" presName="iconBgRect" presStyleLbl="bgShp" presStyleIdx="4" presStyleCnt="5"/>
      <dgm:spPr/>
    </dgm:pt>
    <dgm:pt modelId="{196E7C75-3CE3-4AFA-9F68-76A64E1E0BD1}" type="pres">
      <dgm:prSet presAssocID="{5887B0E0-52A9-4C2D-BAD5-01859832845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8A105F5-DC72-411D-9943-A595264C1F46}" type="pres">
      <dgm:prSet presAssocID="{5887B0E0-52A9-4C2D-BAD5-018598328456}" presName="spaceRect" presStyleCnt="0"/>
      <dgm:spPr/>
    </dgm:pt>
    <dgm:pt modelId="{F4ECD56C-D3AA-4362-B06E-B304344EA400}" type="pres">
      <dgm:prSet presAssocID="{5887B0E0-52A9-4C2D-BAD5-01859832845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356B60B-16B8-4D38-B669-9FD75D41797B}" type="presOf" srcId="{452C33A0-07E9-414D-8267-0861B5EDC6B5}" destId="{663D7BB7-F8BD-4EFF-807E-C688F7C86058}" srcOrd="0" destOrd="0" presId="urn:microsoft.com/office/officeart/2018/2/layout/IconCircleList"/>
    <dgm:cxn modelId="{A3702014-6E6A-4F0D-ACDB-7633D331A687}" srcId="{5F13138C-4F90-4577-898F-6BACE0BFD203}" destId="{452C33A0-07E9-414D-8267-0861B5EDC6B5}" srcOrd="0" destOrd="0" parTransId="{30DDB30E-5CB0-4276-8315-A38F4B5F2F73}" sibTransId="{AA6FE33C-5F93-4750-9CAB-BBEF89564135}"/>
    <dgm:cxn modelId="{C8F5A716-86C8-4486-A5D9-B0105A33E58D}" srcId="{5F13138C-4F90-4577-898F-6BACE0BFD203}" destId="{5887B0E0-52A9-4C2D-BAD5-018598328456}" srcOrd="4" destOrd="0" parTransId="{93B02D23-52AB-4898-83FE-5D12A2D9DCC5}" sibTransId="{BC1FE982-3E4B-4957-BFCE-C297DD6CC23C}"/>
    <dgm:cxn modelId="{3182E63E-6DD0-4F8B-9D83-DDFDA854EA12}" type="presOf" srcId="{6085A1E4-0521-4436-91C7-6A463F964AC7}" destId="{E2E5A96B-8E52-4BFC-8984-5B18ED338A2F}" srcOrd="0" destOrd="0" presId="urn:microsoft.com/office/officeart/2018/2/layout/IconCircleList"/>
    <dgm:cxn modelId="{8EC8095E-5A12-4D2B-B020-1272D0CD611C}" srcId="{5F13138C-4F90-4577-898F-6BACE0BFD203}" destId="{1BB52694-EFA8-403A-B2B9-825F46D88547}" srcOrd="2" destOrd="0" parTransId="{E72848D1-202B-4E51-B04E-E2B90465FAD0}" sibTransId="{6085A1E4-0521-4436-91C7-6A463F964AC7}"/>
    <dgm:cxn modelId="{49854161-7898-40EF-A634-F72863FC09C0}" type="presOf" srcId="{1BB52694-EFA8-403A-B2B9-825F46D88547}" destId="{A9A8681A-84AA-413F-907E-8538A294F05A}" srcOrd="0" destOrd="0" presId="urn:microsoft.com/office/officeart/2018/2/layout/IconCircleList"/>
    <dgm:cxn modelId="{0906C258-32EB-4B00-BD20-DA92C28859E1}" type="presOf" srcId="{DE140B42-F9E9-48FD-9716-38D8C1DC9129}" destId="{D5265888-2143-4ED7-9DDC-6C52FDB60663}" srcOrd="0" destOrd="0" presId="urn:microsoft.com/office/officeart/2018/2/layout/IconCircleList"/>
    <dgm:cxn modelId="{514E9B83-7F95-4C12-A4EF-CFC13E9D7F0C}" srcId="{5F13138C-4F90-4577-898F-6BACE0BFD203}" destId="{5B0F03C6-D72A-476B-9F28-DE45D3C99A7D}" srcOrd="1" destOrd="0" parTransId="{C2A2D92E-E10B-4192-AB3B-A3F42000F1F3}" sibTransId="{FAEAF696-47E5-481B-9F57-306D9AC52A83}"/>
    <dgm:cxn modelId="{A09A9D84-7AF3-45B9-B65E-C1B2C6AC7818}" type="presOf" srcId="{5B0F03C6-D72A-476B-9F28-DE45D3C99A7D}" destId="{6094F340-B62B-4779-9E4B-052FDB40968D}" srcOrd="0" destOrd="0" presId="urn:microsoft.com/office/officeart/2018/2/layout/IconCircleList"/>
    <dgm:cxn modelId="{FFE16286-B42F-45A4-A0F5-A414FD55567F}" type="presOf" srcId="{5887B0E0-52A9-4C2D-BAD5-018598328456}" destId="{F4ECD56C-D3AA-4362-B06E-B304344EA400}" srcOrd="0" destOrd="0" presId="urn:microsoft.com/office/officeart/2018/2/layout/IconCircleList"/>
    <dgm:cxn modelId="{732C2291-EF71-42D8-9678-02D6E7D0D89B}" type="presOf" srcId="{AA6FE33C-5F93-4750-9CAB-BBEF89564135}" destId="{99FB381F-11D5-4F83-97D1-3AB5FF35682A}" srcOrd="0" destOrd="0" presId="urn:microsoft.com/office/officeart/2018/2/layout/IconCircleList"/>
    <dgm:cxn modelId="{65BFB7AA-2547-47ED-971F-0C149B884ED0}" type="presOf" srcId="{FAEAF696-47E5-481B-9F57-306D9AC52A83}" destId="{913E20E8-712F-4AC4-A669-5DE55E456AA1}" srcOrd="0" destOrd="0" presId="urn:microsoft.com/office/officeart/2018/2/layout/IconCircleList"/>
    <dgm:cxn modelId="{E084D6C3-2110-401F-8809-85322B82A965}" srcId="{5F13138C-4F90-4577-898F-6BACE0BFD203}" destId="{DE140B42-F9E9-48FD-9716-38D8C1DC9129}" srcOrd="3" destOrd="0" parTransId="{9CDAD03D-9665-4C32-A173-04BA4C28F871}" sibTransId="{C9128695-1E1F-4935-BDD6-E4BAD72E7FE6}"/>
    <dgm:cxn modelId="{FEEE7CF6-117F-49B3-9A36-AFE7D493B51E}" type="presOf" srcId="{5F13138C-4F90-4577-898F-6BACE0BFD203}" destId="{30908758-86E6-41C2-8B34-7300B2BC287E}" srcOrd="0" destOrd="0" presId="urn:microsoft.com/office/officeart/2018/2/layout/IconCircleList"/>
    <dgm:cxn modelId="{98C563F7-625D-4C6A-9310-084D07938740}" type="presOf" srcId="{C9128695-1E1F-4935-BDD6-E4BAD72E7FE6}" destId="{41F8E485-940B-4492-969F-2276EBAA4875}" srcOrd="0" destOrd="0" presId="urn:microsoft.com/office/officeart/2018/2/layout/IconCircleList"/>
    <dgm:cxn modelId="{18F9FCDA-C179-4FEA-B075-2BBDBC3B3E93}" type="presParOf" srcId="{30908758-86E6-41C2-8B34-7300B2BC287E}" destId="{FDA43431-4327-465A-9105-707009927E64}" srcOrd="0" destOrd="0" presId="urn:microsoft.com/office/officeart/2018/2/layout/IconCircleList"/>
    <dgm:cxn modelId="{07635011-F00F-4EE8-A5E7-20981573A805}" type="presParOf" srcId="{FDA43431-4327-465A-9105-707009927E64}" destId="{F1594DDA-C8AA-4C0E-BB3F-276D91CB6C47}" srcOrd="0" destOrd="0" presId="urn:microsoft.com/office/officeart/2018/2/layout/IconCircleList"/>
    <dgm:cxn modelId="{6EEED6AC-9317-43BF-8F13-6A6E8A9F4308}" type="presParOf" srcId="{F1594DDA-C8AA-4C0E-BB3F-276D91CB6C47}" destId="{45EB1371-D6F9-41EB-8D29-30B52065F9A9}" srcOrd="0" destOrd="0" presId="urn:microsoft.com/office/officeart/2018/2/layout/IconCircleList"/>
    <dgm:cxn modelId="{B2F4B074-E114-4CE0-8355-3A3102987661}" type="presParOf" srcId="{F1594DDA-C8AA-4C0E-BB3F-276D91CB6C47}" destId="{6A28AECB-F3B8-4958-9301-E3EE6A326CB2}" srcOrd="1" destOrd="0" presId="urn:microsoft.com/office/officeart/2018/2/layout/IconCircleList"/>
    <dgm:cxn modelId="{CC13D31D-1C4E-44FA-BA2A-87160434E810}" type="presParOf" srcId="{F1594DDA-C8AA-4C0E-BB3F-276D91CB6C47}" destId="{98835CAE-37A1-4B25-B15F-BD82724A4351}" srcOrd="2" destOrd="0" presId="urn:microsoft.com/office/officeart/2018/2/layout/IconCircleList"/>
    <dgm:cxn modelId="{B26513BE-C37F-4BF2-BC22-0183B44A4612}" type="presParOf" srcId="{F1594DDA-C8AA-4C0E-BB3F-276D91CB6C47}" destId="{663D7BB7-F8BD-4EFF-807E-C688F7C86058}" srcOrd="3" destOrd="0" presId="urn:microsoft.com/office/officeart/2018/2/layout/IconCircleList"/>
    <dgm:cxn modelId="{4DB2BEF8-A821-480C-ADC7-BADDB00790EA}" type="presParOf" srcId="{FDA43431-4327-465A-9105-707009927E64}" destId="{99FB381F-11D5-4F83-97D1-3AB5FF35682A}" srcOrd="1" destOrd="0" presId="urn:microsoft.com/office/officeart/2018/2/layout/IconCircleList"/>
    <dgm:cxn modelId="{F230B6A5-EE72-4D34-9A62-451717375961}" type="presParOf" srcId="{FDA43431-4327-465A-9105-707009927E64}" destId="{82EAF0CF-C289-4C30-8FC6-22347E71917A}" srcOrd="2" destOrd="0" presId="urn:microsoft.com/office/officeart/2018/2/layout/IconCircleList"/>
    <dgm:cxn modelId="{782B59D5-EDD8-426A-95D8-5324A790B37C}" type="presParOf" srcId="{82EAF0CF-C289-4C30-8FC6-22347E71917A}" destId="{A4ED6733-19C1-40C6-9266-DD75230E6DFA}" srcOrd="0" destOrd="0" presId="urn:microsoft.com/office/officeart/2018/2/layout/IconCircleList"/>
    <dgm:cxn modelId="{BA41ADDF-DC23-43FF-B831-BFF6D442F3CB}" type="presParOf" srcId="{82EAF0CF-C289-4C30-8FC6-22347E71917A}" destId="{4E47CF9D-4AAD-4B1E-9DA8-5391C7CB03E2}" srcOrd="1" destOrd="0" presId="urn:microsoft.com/office/officeart/2018/2/layout/IconCircleList"/>
    <dgm:cxn modelId="{3A443DD3-6CC7-4ADF-9B5C-2816BA5D8758}" type="presParOf" srcId="{82EAF0CF-C289-4C30-8FC6-22347E71917A}" destId="{8D2B41F0-A4ED-4253-9247-9D590D317431}" srcOrd="2" destOrd="0" presId="urn:microsoft.com/office/officeart/2018/2/layout/IconCircleList"/>
    <dgm:cxn modelId="{63BE4890-3E7B-47D3-B0EE-5030C4EBC87E}" type="presParOf" srcId="{82EAF0CF-C289-4C30-8FC6-22347E71917A}" destId="{6094F340-B62B-4779-9E4B-052FDB40968D}" srcOrd="3" destOrd="0" presId="urn:microsoft.com/office/officeart/2018/2/layout/IconCircleList"/>
    <dgm:cxn modelId="{77CA43A9-5717-40D5-B6B2-E1AF7264FB4F}" type="presParOf" srcId="{FDA43431-4327-465A-9105-707009927E64}" destId="{913E20E8-712F-4AC4-A669-5DE55E456AA1}" srcOrd="3" destOrd="0" presId="urn:microsoft.com/office/officeart/2018/2/layout/IconCircleList"/>
    <dgm:cxn modelId="{489966A7-F54B-4CAC-9594-89BEB220A67D}" type="presParOf" srcId="{FDA43431-4327-465A-9105-707009927E64}" destId="{C0C6FD6E-C981-4678-986A-1EE6E75BCB27}" srcOrd="4" destOrd="0" presId="urn:microsoft.com/office/officeart/2018/2/layout/IconCircleList"/>
    <dgm:cxn modelId="{652594D8-CEA9-4C0A-A265-97032B57B828}" type="presParOf" srcId="{C0C6FD6E-C981-4678-986A-1EE6E75BCB27}" destId="{6E2CC370-CCB9-4DE4-8CEE-FA25181AF683}" srcOrd="0" destOrd="0" presId="urn:microsoft.com/office/officeart/2018/2/layout/IconCircleList"/>
    <dgm:cxn modelId="{5DD05615-68E9-43F1-B0ED-A2D60ADD14BA}" type="presParOf" srcId="{C0C6FD6E-C981-4678-986A-1EE6E75BCB27}" destId="{205F0390-2D4E-4418-A9CA-EC96BF1890E1}" srcOrd="1" destOrd="0" presId="urn:microsoft.com/office/officeart/2018/2/layout/IconCircleList"/>
    <dgm:cxn modelId="{403FC11C-96AF-4999-8CE9-85EEC37ED088}" type="presParOf" srcId="{C0C6FD6E-C981-4678-986A-1EE6E75BCB27}" destId="{81FD046E-46EE-4259-82EA-C0E3ACCC49C1}" srcOrd="2" destOrd="0" presId="urn:microsoft.com/office/officeart/2018/2/layout/IconCircleList"/>
    <dgm:cxn modelId="{873FA8D9-CDAE-432A-8271-314AF738EEA3}" type="presParOf" srcId="{C0C6FD6E-C981-4678-986A-1EE6E75BCB27}" destId="{A9A8681A-84AA-413F-907E-8538A294F05A}" srcOrd="3" destOrd="0" presId="urn:microsoft.com/office/officeart/2018/2/layout/IconCircleList"/>
    <dgm:cxn modelId="{0425F243-E617-4486-B0F4-777A31D4468F}" type="presParOf" srcId="{FDA43431-4327-465A-9105-707009927E64}" destId="{E2E5A96B-8E52-4BFC-8984-5B18ED338A2F}" srcOrd="5" destOrd="0" presId="urn:microsoft.com/office/officeart/2018/2/layout/IconCircleList"/>
    <dgm:cxn modelId="{61AF81BA-D4F1-451D-B4EC-411B7BC7A42D}" type="presParOf" srcId="{FDA43431-4327-465A-9105-707009927E64}" destId="{F554309D-D763-4832-9F8B-D460B1948614}" srcOrd="6" destOrd="0" presId="urn:microsoft.com/office/officeart/2018/2/layout/IconCircleList"/>
    <dgm:cxn modelId="{155020AD-991A-4EE5-8EDD-08C76EB128D7}" type="presParOf" srcId="{F554309D-D763-4832-9F8B-D460B1948614}" destId="{F0FCB616-6866-4542-8129-B8E737DB25E6}" srcOrd="0" destOrd="0" presId="urn:microsoft.com/office/officeart/2018/2/layout/IconCircleList"/>
    <dgm:cxn modelId="{1A911936-D9B7-40D2-8379-816B3AAF2A42}" type="presParOf" srcId="{F554309D-D763-4832-9F8B-D460B1948614}" destId="{557A03F1-6961-4ED7-A85A-8CF4063D3826}" srcOrd="1" destOrd="0" presId="urn:microsoft.com/office/officeart/2018/2/layout/IconCircleList"/>
    <dgm:cxn modelId="{E3141370-9F44-4B25-BD21-59938C8AF436}" type="presParOf" srcId="{F554309D-D763-4832-9F8B-D460B1948614}" destId="{CD2BF994-832F-43C4-A92A-4DAA97023144}" srcOrd="2" destOrd="0" presId="urn:microsoft.com/office/officeart/2018/2/layout/IconCircleList"/>
    <dgm:cxn modelId="{DCA9717F-85A5-49DC-A1F6-C0B7065DB8E4}" type="presParOf" srcId="{F554309D-D763-4832-9F8B-D460B1948614}" destId="{D5265888-2143-4ED7-9DDC-6C52FDB60663}" srcOrd="3" destOrd="0" presId="urn:microsoft.com/office/officeart/2018/2/layout/IconCircleList"/>
    <dgm:cxn modelId="{FD452737-392B-40C5-B862-D28D2C54CF59}" type="presParOf" srcId="{FDA43431-4327-465A-9105-707009927E64}" destId="{41F8E485-940B-4492-969F-2276EBAA4875}" srcOrd="7" destOrd="0" presId="urn:microsoft.com/office/officeart/2018/2/layout/IconCircleList"/>
    <dgm:cxn modelId="{B92113D0-24AB-4B32-AC2C-96048D90F0F8}" type="presParOf" srcId="{FDA43431-4327-465A-9105-707009927E64}" destId="{852DF42E-64CF-4C4D-817D-E29537221A56}" srcOrd="8" destOrd="0" presId="urn:microsoft.com/office/officeart/2018/2/layout/IconCircleList"/>
    <dgm:cxn modelId="{049A8F03-4402-46C2-944B-B776D81D01A4}" type="presParOf" srcId="{852DF42E-64CF-4C4D-817D-E29537221A56}" destId="{C46B2C6E-3202-4FB5-83C3-2C99D43D0FD5}" srcOrd="0" destOrd="0" presId="urn:microsoft.com/office/officeart/2018/2/layout/IconCircleList"/>
    <dgm:cxn modelId="{1B516A75-9CB5-48B1-9DD2-9F68C64FCCE1}" type="presParOf" srcId="{852DF42E-64CF-4C4D-817D-E29537221A56}" destId="{196E7C75-3CE3-4AFA-9F68-76A64E1E0BD1}" srcOrd="1" destOrd="0" presId="urn:microsoft.com/office/officeart/2018/2/layout/IconCircleList"/>
    <dgm:cxn modelId="{BCCBACCD-10D2-4A58-A32D-22F31CD6C55B}" type="presParOf" srcId="{852DF42E-64CF-4C4D-817D-E29537221A56}" destId="{A8A105F5-DC72-411D-9943-A595264C1F46}" srcOrd="2" destOrd="0" presId="urn:microsoft.com/office/officeart/2018/2/layout/IconCircleList"/>
    <dgm:cxn modelId="{DE77EBD6-D7B6-4C27-934C-287D079912CF}" type="presParOf" srcId="{852DF42E-64CF-4C4D-817D-E29537221A56}" destId="{F4ECD56C-D3AA-4362-B06E-B304344EA4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DBBB37-4537-4985-821B-BAD907DE05E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D92E4789-2887-4A00-BFE0-F010445E76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HCL provides cloud services and solutions.</a:t>
          </a:r>
        </a:p>
      </dgm:t>
    </dgm:pt>
    <dgm:pt modelId="{60668FEB-3D2D-4F69-9F62-F093E9E8CCBA}" type="parTrans" cxnId="{89FEA3FF-C012-4D98-90BE-1157FD8C2225}">
      <dgm:prSet/>
      <dgm:spPr/>
      <dgm:t>
        <a:bodyPr/>
        <a:lstStyle/>
        <a:p>
          <a:endParaRPr lang="en-US"/>
        </a:p>
      </dgm:t>
    </dgm:pt>
    <dgm:pt modelId="{5DFD8C65-6960-450A-9303-F7DA105A3B85}" type="sibTrans" cxnId="{89FEA3FF-C012-4D98-90BE-1157FD8C2225}">
      <dgm:prSet/>
      <dgm:spPr/>
      <dgm:t>
        <a:bodyPr/>
        <a:lstStyle/>
        <a:p>
          <a:endParaRPr lang="en-US"/>
        </a:p>
      </dgm:t>
    </dgm:pt>
    <dgm:pt modelId="{4832A5B7-2EE4-4A09-98B9-C60AACA661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Partners with AWS, Azure, Google Cloud.</a:t>
          </a:r>
        </a:p>
      </dgm:t>
    </dgm:pt>
    <dgm:pt modelId="{F7293ECA-912A-4E92-B590-8D0B83CD2F55}" type="parTrans" cxnId="{1B073167-E193-4CDE-AAA8-6BB0DE9FD2C3}">
      <dgm:prSet/>
      <dgm:spPr/>
      <dgm:t>
        <a:bodyPr/>
        <a:lstStyle/>
        <a:p>
          <a:endParaRPr lang="en-US"/>
        </a:p>
      </dgm:t>
    </dgm:pt>
    <dgm:pt modelId="{234E4AB3-C906-422A-909D-8B93FED9416E}" type="sibTrans" cxnId="{1B073167-E193-4CDE-AAA8-6BB0DE9FD2C3}">
      <dgm:prSet/>
      <dgm:spPr/>
      <dgm:t>
        <a:bodyPr/>
        <a:lstStyle/>
        <a:p>
          <a:endParaRPr lang="en-US"/>
        </a:p>
      </dgm:t>
    </dgm:pt>
    <dgm:pt modelId="{157525BA-D4B1-4C2B-927B-3886D64062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businesses migrate to cloud.</a:t>
          </a:r>
        </a:p>
      </dgm:t>
    </dgm:pt>
    <dgm:pt modelId="{AC109247-97DB-4FC9-A6D4-C578B563B35D}" type="parTrans" cxnId="{3651DC89-36FB-4096-B87B-871EF43BF9E1}">
      <dgm:prSet/>
      <dgm:spPr/>
      <dgm:t>
        <a:bodyPr/>
        <a:lstStyle/>
        <a:p>
          <a:endParaRPr lang="en-US"/>
        </a:p>
      </dgm:t>
    </dgm:pt>
    <dgm:pt modelId="{6A18F8AA-9F46-4684-8563-615FDE290909}" type="sibTrans" cxnId="{3651DC89-36FB-4096-B87B-871EF43BF9E1}">
      <dgm:prSet/>
      <dgm:spPr/>
      <dgm:t>
        <a:bodyPr/>
        <a:lstStyle/>
        <a:p>
          <a:endParaRPr lang="en-US"/>
        </a:p>
      </dgm:t>
    </dgm:pt>
    <dgm:pt modelId="{2E53D736-E985-4FB8-9F0A-14000F2D4D0C}" type="pres">
      <dgm:prSet presAssocID="{41DBBB37-4537-4985-821B-BAD907DE05EB}" presName="root" presStyleCnt="0">
        <dgm:presLayoutVars>
          <dgm:dir/>
          <dgm:resizeHandles val="exact"/>
        </dgm:presLayoutVars>
      </dgm:prSet>
      <dgm:spPr/>
    </dgm:pt>
    <dgm:pt modelId="{203C69A9-B053-4BD8-A4DB-331BA6AFF02F}" type="pres">
      <dgm:prSet presAssocID="{D92E4789-2887-4A00-BFE0-F010445E7664}" presName="compNode" presStyleCnt="0"/>
      <dgm:spPr/>
    </dgm:pt>
    <dgm:pt modelId="{ED54496F-CB00-47B4-90A1-8ACD0187AA5B}" type="pres">
      <dgm:prSet presAssocID="{D92E4789-2887-4A00-BFE0-F010445E7664}" presName="bgRect" presStyleLbl="bgShp" presStyleIdx="0" presStyleCnt="3"/>
      <dgm:spPr/>
    </dgm:pt>
    <dgm:pt modelId="{8A8436E2-712A-4435-BDC9-90B1250ED6B8}" type="pres">
      <dgm:prSet presAssocID="{D92E4789-2887-4A00-BFE0-F010445E766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24DB470-D37C-4969-9AA5-FA9400DF17F8}" type="pres">
      <dgm:prSet presAssocID="{D92E4789-2887-4A00-BFE0-F010445E7664}" presName="spaceRect" presStyleCnt="0"/>
      <dgm:spPr/>
    </dgm:pt>
    <dgm:pt modelId="{461068CD-94FF-49DF-8466-46CA5D38FF2F}" type="pres">
      <dgm:prSet presAssocID="{D92E4789-2887-4A00-BFE0-F010445E7664}" presName="parTx" presStyleLbl="revTx" presStyleIdx="0" presStyleCnt="3">
        <dgm:presLayoutVars>
          <dgm:chMax val="0"/>
          <dgm:chPref val="0"/>
        </dgm:presLayoutVars>
      </dgm:prSet>
      <dgm:spPr/>
    </dgm:pt>
    <dgm:pt modelId="{F1C8C8C6-26CF-4550-9F2D-90917F1E5B5D}" type="pres">
      <dgm:prSet presAssocID="{5DFD8C65-6960-450A-9303-F7DA105A3B85}" presName="sibTrans" presStyleCnt="0"/>
      <dgm:spPr/>
    </dgm:pt>
    <dgm:pt modelId="{3E6C60E8-9A2A-4228-B878-9C8DEF56B065}" type="pres">
      <dgm:prSet presAssocID="{4832A5B7-2EE4-4A09-98B9-C60AACA66104}" presName="compNode" presStyleCnt="0"/>
      <dgm:spPr/>
    </dgm:pt>
    <dgm:pt modelId="{28040DD2-B716-47A4-8010-3A58EFDF0C2D}" type="pres">
      <dgm:prSet presAssocID="{4832A5B7-2EE4-4A09-98B9-C60AACA66104}" presName="bgRect" presStyleLbl="bgShp" presStyleIdx="1" presStyleCnt="3"/>
      <dgm:spPr/>
    </dgm:pt>
    <dgm:pt modelId="{5E6D3F0C-9F3A-4D86-A54B-42839408B8D8}" type="pres">
      <dgm:prSet presAssocID="{4832A5B7-2EE4-4A09-98B9-C60AACA6610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19847153-A019-4289-BFAC-D596EE499BD1}" type="pres">
      <dgm:prSet presAssocID="{4832A5B7-2EE4-4A09-98B9-C60AACA66104}" presName="spaceRect" presStyleCnt="0"/>
      <dgm:spPr/>
    </dgm:pt>
    <dgm:pt modelId="{8DEB3C6C-B877-4245-A694-73FF7773CDBE}" type="pres">
      <dgm:prSet presAssocID="{4832A5B7-2EE4-4A09-98B9-C60AACA66104}" presName="parTx" presStyleLbl="revTx" presStyleIdx="1" presStyleCnt="3">
        <dgm:presLayoutVars>
          <dgm:chMax val="0"/>
          <dgm:chPref val="0"/>
        </dgm:presLayoutVars>
      </dgm:prSet>
      <dgm:spPr/>
    </dgm:pt>
    <dgm:pt modelId="{D1179919-DF2C-4162-B063-5935738CE8CB}" type="pres">
      <dgm:prSet presAssocID="{234E4AB3-C906-422A-909D-8B93FED9416E}" presName="sibTrans" presStyleCnt="0"/>
      <dgm:spPr/>
    </dgm:pt>
    <dgm:pt modelId="{92D9A412-0829-42BA-92C9-1C78257D0D98}" type="pres">
      <dgm:prSet presAssocID="{157525BA-D4B1-4C2B-927B-3886D6406299}" presName="compNode" presStyleCnt="0"/>
      <dgm:spPr/>
    </dgm:pt>
    <dgm:pt modelId="{5FE14185-5AC6-436D-B95F-99495F06C195}" type="pres">
      <dgm:prSet presAssocID="{157525BA-D4B1-4C2B-927B-3886D6406299}" presName="bgRect" presStyleLbl="bgShp" presStyleIdx="2" presStyleCnt="3"/>
      <dgm:spPr/>
    </dgm:pt>
    <dgm:pt modelId="{99051764-57F6-4B6D-98D5-B00E52F46394}" type="pres">
      <dgm:prSet presAssocID="{157525BA-D4B1-4C2B-927B-3886D64062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95C2C0D7-62E8-40F5-8209-FFA22CC7AB98}" type="pres">
      <dgm:prSet presAssocID="{157525BA-D4B1-4C2B-927B-3886D6406299}" presName="spaceRect" presStyleCnt="0"/>
      <dgm:spPr/>
    </dgm:pt>
    <dgm:pt modelId="{2B499FFB-9B6E-44DB-AE43-D71E74FCE192}" type="pres">
      <dgm:prSet presAssocID="{157525BA-D4B1-4C2B-927B-3886D640629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C445C27-FB66-4E73-B2DA-11347475C069}" type="presOf" srcId="{157525BA-D4B1-4C2B-927B-3886D6406299}" destId="{2B499FFB-9B6E-44DB-AE43-D71E74FCE192}" srcOrd="0" destOrd="0" presId="urn:microsoft.com/office/officeart/2018/2/layout/IconVerticalSolidList"/>
    <dgm:cxn modelId="{1B073167-E193-4CDE-AAA8-6BB0DE9FD2C3}" srcId="{41DBBB37-4537-4985-821B-BAD907DE05EB}" destId="{4832A5B7-2EE4-4A09-98B9-C60AACA66104}" srcOrd="1" destOrd="0" parTransId="{F7293ECA-912A-4E92-B590-8D0B83CD2F55}" sibTransId="{234E4AB3-C906-422A-909D-8B93FED9416E}"/>
    <dgm:cxn modelId="{6A05F480-80F2-4404-8E91-93C74B280C26}" type="presOf" srcId="{41DBBB37-4537-4985-821B-BAD907DE05EB}" destId="{2E53D736-E985-4FB8-9F0A-14000F2D4D0C}" srcOrd="0" destOrd="0" presId="urn:microsoft.com/office/officeart/2018/2/layout/IconVerticalSolidList"/>
    <dgm:cxn modelId="{3651DC89-36FB-4096-B87B-871EF43BF9E1}" srcId="{41DBBB37-4537-4985-821B-BAD907DE05EB}" destId="{157525BA-D4B1-4C2B-927B-3886D6406299}" srcOrd="2" destOrd="0" parTransId="{AC109247-97DB-4FC9-A6D4-C578B563B35D}" sibTransId="{6A18F8AA-9F46-4684-8563-615FDE290909}"/>
    <dgm:cxn modelId="{AAAA8CAD-78EF-428D-8E07-13A8E6089808}" type="presOf" srcId="{4832A5B7-2EE4-4A09-98B9-C60AACA66104}" destId="{8DEB3C6C-B877-4245-A694-73FF7773CDBE}" srcOrd="0" destOrd="0" presId="urn:microsoft.com/office/officeart/2018/2/layout/IconVerticalSolidList"/>
    <dgm:cxn modelId="{7D1795B0-FBB0-4B20-B04B-88CE1BD2366E}" type="presOf" srcId="{D92E4789-2887-4A00-BFE0-F010445E7664}" destId="{461068CD-94FF-49DF-8466-46CA5D38FF2F}" srcOrd="0" destOrd="0" presId="urn:microsoft.com/office/officeart/2018/2/layout/IconVerticalSolidList"/>
    <dgm:cxn modelId="{89FEA3FF-C012-4D98-90BE-1157FD8C2225}" srcId="{41DBBB37-4537-4985-821B-BAD907DE05EB}" destId="{D92E4789-2887-4A00-BFE0-F010445E7664}" srcOrd="0" destOrd="0" parTransId="{60668FEB-3D2D-4F69-9F62-F093E9E8CCBA}" sibTransId="{5DFD8C65-6960-450A-9303-F7DA105A3B85}"/>
    <dgm:cxn modelId="{5BEA07E3-97AE-4EF5-8CCB-D3452A2D3260}" type="presParOf" srcId="{2E53D736-E985-4FB8-9F0A-14000F2D4D0C}" destId="{203C69A9-B053-4BD8-A4DB-331BA6AFF02F}" srcOrd="0" destOrd="0" presId="urn:microsoft.com/office/officeart/2018/2/layout/IconVerticalSolidList"/>
    <dgm:cxn modelId="{83D8C5C0-2DF0-47EA-994A-083E073226D3}" type="presParOf" srcId="{203C69A9-B053-4BD8-A4DB-331BA6AFF02F}" destId="{ED54496F-CB00-47B4-90A1-8ACD0187AA5B}" srcOrd="0" destOrd="0" presId="urn:microsoft.com/office/officeart/2018/2/layout/IconVerticalSolidList"/>
    <dgm:cxn modelId="{35E57A54-A1FA-4562-9A1A-624DB7FBF7BC}" type="presParOf" srcId="{203C69A9-B053-4BD8-A4DB-331BA6AFF02F}" destId="{8A8436E2-712A-4435-BDC9-90B1250ED6B8}" srcOrd="1" destOrd="0" presId="urn:microsoft.com/office/officeart/2018/2/layout/IconVerticalSolidList"/>
    <dgm:cxn modelId="{5B83710E-1D19-45CF-975D-43DE85674E06}" type="presParOf" srcId="{203C69A9-B053-4BD8-A4DB-331BA6AFF02F}" destId="{D24DB470-D37C-4969-9AA5-FA9400DF17F8}" srcOrd="2" destOrd="0" presId="urn:microsoft.com/office/officeart/2018/2/layout/IconVerticalSolidList"/>
    <dgm:cxn modelId="{CCE9727F-0D1F-4D7A-B557-1CE2B2D08366}" type="presParOf" srcId="{203C69A9-B053-4BD8-A4DB-331BA6AFF02F}" destId="{461068CD-94FF-49DF-8466-46CA5D38FF2F}" srcOrd="3" destOrd="0" presId="urn:microsoft.com/office/officeart/2018/2/layout/IconVerticalSolidList"/>
    <dgm:cxn modelId="{37005B26-0C06-4F80-AFA5-A7A4968793F8}" type="presParOf" srcId="{2E53D736-E985-4FB8-9F0A-14000F2D4D0C}" destId="{F1C8C8C6-26CF-4550-9F2D-90917F1E5B5D}" srcOrd="1" destOrd="0" presId="urn:microsoft.com/office/officeart/2018/2/layout/IconVerticalSolidList"/>
    <dgm:cxn modelId="{CC6B9460-A94A-41B2-B9BD-97281E8CC2D8}" type="presParOf" srcId="{2E53D736-E985-4FB8-9F0A-14000F2D4D0C}" destId="{3E6C60E8-9A2A-4228-B878-9C8DEF56B065}" srcOrd="2" destOrd="0" presId="urn:microsoft.com/office/officeart/2018/2/layout/IconVerticalSolidList"/>
    <dgm:cxn modelId="{05369A13-754D-4C4B-8879-F1D0DAED3AD5}" type="presParOf" srcId="{3E6C60E8-9A2A-4228-B878-9C8DEF56B065}" destId="{28040DD2-B716-47A4-8010-3A58EFDF0C2D}" srcOrd="0" destOrd="0" presId="urn:microsoft.com/office/officeart/2018/2/layout/IconVerticalSolidList"/>
    <dgm:cxn modelId="{ED6F32F3-4BDA-4C9D-93C9-40E99E43059A}" type="presParOf" srcId="{3E6C60E8-9A2A-4228-B878-9C8DEF56B065}" destId="{5E6D3F0C-9F3A-4D86-A54B-42839408B8D8}" srcOrd="1" destOrd="0" presId="urn:microsoft.com/office/officeart/2018/2/layout/IconVerticalSolidList"/>
    <dgm:cxn modelId="{6E405AC1-D4F0-44FF-8C8D-008F4ADC937A}" type="presParOf" srcId="{3E6C60E8-9A2A-4228-B878-9C8DEF56B065}" destId="{19847153-A019-4289-BFAC-D596EE499BD1}" srcOrd="2" destOrd="0" presId="urn:microsoft.com/office/officeart/2018/2/layout/IconVerticalSolidList"/>
    <dgm:cxn modelId="{6B35B871-B9C6-451D-842B-F4FF8659E5B2}" type="presParOf" srcId="{3E6C60E8-9A2A-4228-B878-9C8DEF56B065}" destId="{8DEB3C6C-B877-4245-A694-73FF7773CDBE}" srcOrd="3" destOrd="0" presId="urn:microsoft.com/office/officeart/2018/2/layout/IconVerticalSolidList"/>
    <dgm:cxn modelId="{93B893FB-739D-41E2-9AE9-5025B8B656A3}" type="presParOf" srcId="{2E53D736-E985-4FB8-9F0A-14000F2D4D0C}" destId="{D1179919-DF2C-4162-B063-5935738CE8CB}" srcOrd="3" destOrd="0" presId="urn:microsoft.com/office/officeart/2018/2/layout/IconVerticalSolidList"/>
    <dgm:cxn modelId="{96C96A0E-079A-4953-97DE-39CE94251CB6}" type="presParOf" srcId="{2E53D736-E985-4FB8-9F0A-14000F2D4D0C}" destId="{92D9A412-0829-42BA-92C9-1C78257D0D98}" srcOrd="4" destOrd="0" presId="urn:microsoft.com/office/officeart/2018/2/layout/IconVerticalSolidList"/>
    <dgm:cxn modelId="{71D7974D-C88F-4EA6-BEE2-B8BE27C0B2FB}" type="presParOf" srcId="{92D9A412-0829-42BA-92C9-1C78257D0D98}" destId="{5FE14185-5AC6-436D-B95F-99495F06C195}" srcOrd="0" destOrd="0" presId="urn:microsoft.com/office/officeart/2018/2/layout/IconVerticalSolidList"/>
    <dgm:cxn modelId="{0D83ED08-AD0C-4828-A487-447055B23937}" type="presParOf" srcId="{92D9A412-0829-42BA-92C9-1C78257D0D98}" destId="{99051764-57F6-4B6D-98D5-B00E52F46394}" srcOrd="1" destOrd="0" presId="urn:microsoft.com/office/officeart/2018/2/layout/IconVerticalSolidList"/>
    <dgm:cxn modelId="{12377186-53FC-4491-BBE0-195B5AB3A36D}" type="presParOf" srcId="{92D9A412-0829-42BA-92C9-1C78257D0D98}" destId="{95C2C0D7-62E8-40F5-8209-FFA22CC7AB98}" srcOrd="2" destOrd="0" presId="urn:microsoft.com/office/officeart/2018/2/layout/IconVerticalSolidList"/>
    <dgm:cxn modelId="{5AE56E7A-2E05-4057-AA81-34FA6237A2D4}" type="presParOf" srcId="{92D9A412-0829-42BA-92C9-1C78257D0D98}" destId="{2B499FFB-9B6E-44DB-AE43-D71E74FCE1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DD14A79-929D-4863-A388-8892BD0C536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1F2975-AEC9-43CE-92FB-0F6FDD42AF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Artificial Intelligence</a:t>
          </a:r>
        </a:p>
      </dgm:t>
    </dgm:pt>
    <dgm:pt modelId="{FBFCAFE2-E4A9-4D89-BBDD-0E92A0D19E78}" type="parTrans" cxnId="{2DC974E7-3F2A-4B5D-BEA4-E3A466F2ABAD}">
      <dgm:prSet/>
      <dgm:spPr/>
      <dgm:t>
        <a:bodyPr/>
        <a:lstStyle/>
        <a:p>
          <a:endParaRPr lang="en-US"/>
        </a:p>
      </dgm:t>
    </dgm:pt>
    <dgm:pt modelId="{A1B47D63-C44D-4388-9DEF-9224E9BFCC66}" type="sibTrans" cxnId="{2DC974E7-3F2A-4B5D-BEA4-E3A466F2ABAD}">
      <dgm:prSet/>
      <dgm:spPr/>
      <dgm:t>
        <a:bodyPr/>
        <a:lstStyle/>
        <a:p>
          <a:endParaRPr lang="en-US"/>
        </a:p>
      </dgm:t>
    </dgm:pt>
    <dgm:pt modelId="{6A2DD591-1585-4F61-96A0-3EF4DDFBA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Machine Learning</a:t>
          </a:r>
        </a:p>
      </dgm:t>
    </dgm:pt>
    <dgm:pt modelId="{F00E5978-E1E8-46B1-AA87-6A9050D4F3A1}" type="parTrans" cxnId="{388F4B0F-48D2-4D88-9856-47B17BE8BC24}">
      <dgm:prSet/>
      <dgm:spPr/>
      <dgm:t>
        <a:bodyPr/>
        <a:lstStyle/>
        <a:p>
          <a:endParaRPr lang="en-US"/>
        </a:p>
      </dgm:t>
    </dgm:pt>
    <dgm:pt modelId="{8B33D6E8-1B3E-4805-BB0C-7CAE27B1F80E}" type="sibTrans" cxnId="{388F4B0F-48D2-4D88-9856-47B17BE8BC24}">
      <dgm:prSet/>
      <dgm:spPr/>
      <dgm:t>
        <a:bodyPr/>
        <a:lstStyle/>
        <a:p>
          <a:endParaRPr lang="en-US"/>
        </a:p>
      </dgm:t>
    </dgm:pt>
    <dgm:pt modelId="{1E022160-8771-42AD-BCF8-1BE4D625A4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 Computing</a:t>
          </a:r>
        </a:p>
      </dgm:t>
    </dgm:pt>
    <dgm:pt modelId="{FE77C68B-EC8E-4C3B-817F-21E5583C9E7A}" type="parTrans" cxnId="{983E023B-CF33-4325-A270-923D4854B0CB}">
      <dgm:prSet/>
      <dgm:spPr/>
      <dgm:t>
        <a:bodyPr/>
        <a:lstStyle/>
        <a:p>
          <a:endParaRPr lang="en-US"/>
        </a:p>
      </dgm:t>
    </dgm:pt>
    <dgm:pt modelId="{FC84AC42-BAB5-481A-9DA4-C8C87B812BD0}" type="sibTrans" cxnId="{983E023B-CF33-4325-A270-923D4854B0CB}">
      <dgm:prSet/>
      <dgm:spPr/>
      <dgm:t>
        <a:bodyPr/>
        <a:lstStyle/>
        <a:p>
          <a:endParaRPr lang="en-US"/>
        </a:p>
      </dgm:t>
    </dgm:pt>
    <dgm:pt modelId="{A9FF002B-2E10-40C6-B5F6-9C9F270A0F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IoT</a:t>
          </a:r>
        </a:p>
      </dgm:t>
    </dgm:pt>
    <dgm:pt modelId="{AB878CB8-14F9-499D-9679-64E558FA7215}" type="parTrans" cxnId="{85B48F46-FE5A-4037-8FF8-E7DBDD6F9D99}">
      <dgm:prSet/>
      <dgm:spPr/>
      <dgm:t>
        <a:bodyPr/>
        <a:lstStyle/>
        <a:p>
          <a:endParaRPr lang="en-US"/>
        </a:p>
      </dgm:t>
    </dgm:pt>
    <dgm:pt modelId="{E0DD71AD-52E9-4B1F-8533-F7114D1694EF}" type="sibTrans" cxnId="{85B48F46-FE5A-4037-8FF8-E7DBDD6F9D99}">
      <dgm:prSet/>
      <dgm:spPr/>
      <dgm:t>
        <a:bodyPr/>
        <a:lstStyle/>
        <a:p>
          <a:endParaRPr lang="en-US"/>
        </a:p>
      </dgm:t>
    </dgm:pt>
    <dgm:pt modelId="{D71C40F9-2980-4CA1-ABE2-FEB3F2BD01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Big Data Analytics</a:t>
          </a:r>
        </a:p>
      </dgm:t>
    </dgm:pt>
    <dgm:pt modelId="{9E5A85C4-5CFF-4CB2-8CE9-0E93A0A5F55A}" type="parTrans" cxnId="{7E675E59-12F3-44C7-9DB5-061CC7A637FF}">
      <dgm:prSet/>
      <dgm:spPr/>
      <dgm:t>
        <a:bodyPr/>
        <a:lstStyle/>
        <a:p>
          <a:endParaRPr lang="en-US"/>
        </a:p>
      </dgm:t>
    </dgm:pt>
    <dgm:pt modelId="{9149C337-EFC6-4FE7-AA5A-126CB38ACCBF}" type="sibTrans" cxnId="{7E675E59-12F3-44C7-9DB5-061CC7A637FF}">
      <dgm:prSet/>
      <dgm:spPr/>
      <dgm:t>
        <a:bodyPr/>
        <a:lstStyle/>
        <a:p>
          <a:endParaRPr lang="en-US"/>
        </a:p>
      </dgm:t>
    </dgm:pt>
    <dgm:pt modelId="{B4594F90-6AB5-4772-BC8C-8A30C4FF6AE1}" type="pres">
      <dgm:prSet presAssocID="{2DD14A79-929D-4863-A388-8892BD0C5362}" presName="root" presStyleCnt="0">
        <dgm:presLayoutVars>
          <dgm:dir/>
          <dgm:resizeHandles val="exact"/>
        </dgm:presLayoutVars>
      </dgm:prSet>
      <dgm:spPr/>
    </dgm:pt>
    <dgm:pt modelId="{62B3AD93-2A64-4D22-93A7-E7F23C3D889C}" type="pres">
      <dgm:prSet presAssocID="{931F2975-AEC9-43CE-92FB-0F6FDD42AF57}" presName="compNode" presStyleCnt="0"/>
      <dgm:spPr/>
    </dgm:pt>
    <dgm:pt modelId="{AA7303F3-6454-4CB4-AD3D-34D6F5DF885D}" type="pres">
      <dgm:prSet presAssocID="{931F2975-AEC9-43CE-92FB-0F6FDD42AF5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522C532-FACE-4605-A545-C4FC829AA54F}" type="pres">
      <dgm:prSet presAssocID="{931F2975-AEC9-43CE-92FB-0F6FDD42AF57}" presName="spaceRect" presStyleCnt="0"/>
      <dgm:spPr/>
    </dgm:pt>
    <dgm:pt modelId="{09DDC494-8D52-4EE1-8C0F-D7AD4A5A3469}" type="pres">
      <dgm:prSet presAssocID="{931F2975-AEC9-43CE-92FB-0F6FDD42AF57}" presName="textRect" presStyleLbl="revTx" presStyleIdx="0" presStyleCnt="5">
        <dgm:presLayoutVars>
          <dgm:chMax val="1"/>
          <dgm:chPref val="1"/>
        </dgm:presLayoutVars>
      </dgm:prSet>
      <dgm:spPr/>
    </dgm:pt>
    <dgm:pt modelId="{D638FA7E-1E65-418B-9142-6E483723CB50}" type="pres">
      <dgm:prSet presAssocID="{A1B47D63-C44D-4388-9DEF-9224E9BFCC66}" presName="sibTrans" presStyleCnt="0"/>
      <dgm:spPr/>
    </dgm:pt>
    <dgm:pt modelId="{9D9CB8A4-D932-4C0C-9D7E-DF00CBE827AF}" type="pres">
      <dgm:prSet presAssocID="{6A2DD591-1585-4F61-96A0-3EF4DDFBA862}" presName="compNode" presStyleCnt="0"/>
      <dgm:spPr/>
    </dgm:pt>
    <dgm:pt modelId="{0741A06D-9522-4F05-B9A5-810BE3E9CC97}" type="pres">
      <dgm:prSet presAssocID="{6A2DD591-1585-4F61-96A0-3EF4DDFBA86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7181178-C813-41CC-9AE5-81EBC6E7EC1A}" type="pres">
      <dgm:prSet presAssocID="{6A2DD591-1585-4F61-96A0-3EF4DDFBA862}" presName="spaceRect" presStyleCnt="0"/>
      <dgm:spPr/>
    </dgm:pt>
    <dgm:pt modelId="{79D22869-420D-4C4A-A300-5BB0FE7D9759}" type="pres">
      <dgm:prSet presAssocID="{6A2DD591-1585-4F61-96A0-3EF4DDFBA862}" presName="textRect" presStyleLbl="revTx" presStyleIdx="1" presStyleCnt="5">
        <dgm:presLayoutVars>
          <dgm:chMax val="1"/>
          <dgm:chPref val="1"/>
        </dgm:presLayoutVars>
      </dgm:prSet>
      <dgm:spPr/>
    </dgm:pt>
    <dgm:pt modelId="{FAD80DB1-10CA-4B6C-A456-629D49C6B09E}" type="pres">
      <dgm:prSet presAssocID="{8B33D6E8-1B3E-4805-BB0C-7CAE27B1F80E}" presName="sibTrans" presStyleCnt="0"/>
      <dgm:spPr/>
    </dgm:pt>
    <dgm:pt modelId="{C60A1A6A-5D6A-405E-92CF-0AAB9D82326C}" type="pres">
      <dgm:prSet presAssocID="{1E022160-8771-42AD-BCF8-1BE4D625A486}" presName="compNode" presStyleCnt="0"/>
      <dgm:spPr/>
    </dgm:pt>
    <dgm:pt modelId="{1F426D31-D03A-4AB3-B993-55F40DAC634D}" type="pres">
      <dgm:prSet presAssocID="{1E022160-8771-42AD-BCF8-1BE4D625A48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C3A11882-EAB0-44B0-BA45-BD628CEF812B}" type="pres">
      <dgm:prSet presAssocID="{1E022160-8771-42AD-BCF8-1BE4D625A486}" presName="spaceRect" presStyleCnt="0"/>
      <dgm:spPr/>
    </dgm:pt>
    <dgm:pt modelId="{D7E0C44D-8200-419E-ACE1-4DE80E410B57}" type="pres">
      <dgm:prSet presAssocID="{1E022160-8771-42AD-BCF8-1BE4D625A486}" presName="textRect" presStyleLbl="revTx" presStyleIdx="2" presStyleCnt="5">
        <dgm:presLayoutVars>
          <dgm:chMax val="1"/>
          <dgm:chPref val="1"/>
        </dgm:presLayoutVars>
      </dgm:prSet>
      <dgm:spPr/>
    </dgm:pt>
    <dgm:pt modelId="{3FEEBA21-55B2-4260-BA14-4920F45A427F}" type="pres">
      <dgm:prSet presAssocID="{FC84AC42-BAB5-481A-9DA4-C8C87B812BD0}" presName="sibTrans" presStyleCnt="0"/>
      <dgm:spPr/>
    </dgm:pt>
    <dgm:pt modelId="{C3F3E6C4-0E34-42F9-B85C-343E8948C028}" type="pres">
      <dgm:prSet presAssocID="{A9FF002B-2E10-40C6-B5F6-9C9F270A0FDF}" presName="compNode" presStyleCnt="0"/>
      <dgm:spPr/>
    </dgm:pt>
    <dgm:pt modelId="{C4C2EFE3-8A23-4E11-83F8-B7DBAAB3FBB1}" type="pres">
      <dgm:prSet presAssocID="{A9FF002B-2E10-40C6-B5F6-9C9F270A0FD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ADEDD37C-28BC-4B3B-A422-6B2A6C09DDCD}" type="pres">
      <dgm:prSet presAssocID="{A9FF002B-2E10-40C6-B5F6-9C9F270A0FDF}" presName="spaceRect" presStyleCnt="0"/>
      <dgm:spPr/>
    </dgm:pt>
    <dgm:pt modelId="{FA1A44A9-87AB-415C-89E1-DFD3F66DEC14}" type="pres">
      <dgm:prSet presAssocID="{A9FF002B-2E10-40C6-B5F6-9C9F270A0FDF}" presName="textRect" presStyleLbl="revTx" presStyleIdx="3" presStyleCnt="5">
        <dgm:presLayoutVars>
          <dgm:chMax val="1"/>
          <dgm:chPref val="1"/>
        </dgm:presLayoutVars>
      </dgm:prSet>
      <dgm:spPr/>
    </dgm:pt>
    <dgm:pt modelId="{8F341A45-CD22-42C6-A842-29DF9DD64BFF}" type="pres">
      <dgm:prSet presAssocID="{E0DD71AD-52E9-4B1F-8533-F7114D1694EF}" presName="sibTrans" presStyleCnt="0"/>
      <dgm:spPr/>
    </dgm:pt>
    <dgm:pt modelId="{C178F790-3296-40CC-834E-7F841C414376}" type="pres">
      <dgm:prSet presAssocID="{D71C40F9-2980-4CA1-ABE2-FEB3F2BD01E1}" presName="compNode" presStyleCnt="0"/>
      <dgm:spPr/>
    </dgm:pt>
    <dgm:pt modelId="{04CFCDC6-2213-4600-993A-684BDBEC2477}" type="pres">
      <dgm:prSet presAssocID="{D71C40F9-2980-4CA1-ABE2-FEB3F2BD01E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3BC71BA-A99C-4485-83B4-C347C6A11D94}" type="pres">
      <dgm:prSet presAssocID="{D71C40F9-2980-4CA1-ABE2-FEB3F2BD01E1}" presName="spaceRect" presStyleCnt="0"/>
      <dgm:spPr/>
    </dgm:pt>
    <dgm:pt modelId="{FBF81EA9-2946-481F-BDCF-A865B4D81643}" type="pres">
      <dgm:prSet presAssocID="{D71C40F9-2980-4CA1-ABE2-FEB3F2BD01E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4BA9F0C-874C-4C68-A6FA-C1D8AD4757F9}" type="presOf" srcId="{1E022160-8771-42AD-BCF8-1BE4D625A486}" destId="{D7E0C44D-8200-419E-ACE1-4DE80E410B57}" srcOrd="0" destOrd="0" presId="urn:microsoft.com/office/officeart/2018/2/layout/IconLabelList"/>
    <dgm:cxn modelId="{0DFB100E-01E3-4AD5-B28C-75BB77F51D29}" type="presOf" srcId="{931F2975-AEC9-43CE-92FB-0F6FDD42AF57}" destId="{09DDC494-8D52-4EE1-8C0F-D7AD4A5A3469}" srcOrd="0" destOrd="0" presId="urn:microsoft.com/office/officeart/2018/2/layout/IconLabelList"/>
    <dgm:cxn modelId="{388F4B0F-48D2-4D88-9856-47B17BE8BC24}" srcId="{2DD14A79-929D-4863-A388-8892BD0C5362}" destId="{6A2DD591-1585-4F61-96A0-3EF4DDFBA862}" srcOrd="1" destOrd="0" parTransId="{F00E5978-E1E8-46B1-AA87-6A9050D4F3A1}" sibTransId="{8B33D6E8-1B3E-4805-BB0C-7CAE27B1F80E}"/>
    <dgm:cxn modelId="{5482F833-92D8-495F-A4C7-55F8C75E0B82}" type="presOf" srcId="{2DD14A79-929D-4863-A388-8892BD0C5362}" destId="{B4594F90-6AB5-4772-BC8C-8A30C4FF6AE1}" srcOrd="0" destOrd="0" presId="urn:microsoft.com/office/officeart/2018/2/layout/IconLabelList"/>
    <dgm:cxn modelId="{983E023B-CF33-4325-A270-923D4854B0CB}" srcId="{2DD14A79-929D-4863-A388-8892BD0C5362}" destId="{1E022160-8771-42AD-BCF8-1BE4D625A486}" srcOrd="2" destOrd="0" parTransId="{FE77C68B-EC8E-4C3B-817F-21E5583C9E7A}" sibTransId="{FC84AC42-BAB5-481A-9DA4-C8C87B812BD0}"/>
    <dgm:cxn modelId="{85B48F46-FE5A-4037-8FF8-E7DBDD6F9D99}" srcId="{2DD14A79-929D-4863-A388-8892BD0C5362}" destId="{A9FF002B-2E10-40C6-B5F6-9C9F270A0FDF}" srcOrd="3" destOrd="0" parTransId="{AB878CB8-14F9-499D-9679-64E558FA7215}" sibTransId="{E0DD71AD-52E9-4B1F-8533-F7114D1694EF}"/>
    <dgm:cxn modelId="{7E675E59-12F3-44C7-9DB5-061CC7A637FF}" srcId="{2DD14A79-929D-4863-A388-8892BD0C5362}" destId="{D71C40F9-2980-4CA1-ABE2-FEB3F2BD01E1}" srcOrd="4" destOrd="0" parTransId="{9E5A85C4-5CFF-4CB2-8CE9-0E93A0A5F55A}" sibTransId="{9149C337-EFC6-4FE7-AA5A-126CB38ACCBF}"/>
    <dgm:cxn modelId="{D1D1FE8F-B142-4043-ADC3-D117D2494281}" type="presOf" srcId="{D71C40F9-2980-4CA1-ABE2-FEB3F2BD01E1}" destId="{FBF81EA9-2946-481F-BDCF-A865B4D81643}" srcOrd="0" destOrd="0" presId="urn:microsoft.com/office/officeart/2018/2/layout/IconLabelList"/>
    <dgm:cxn modelId="{76B033AB-52C0-4990-8A11-C5BCEC2E6D02}" type="presOf" srcId="{6A2DD591-1585-4F61-96A0-3EF4DDFBA862}" destId="{79D22869-420D-4C4A-A300-5BB0FE7D9759}" srcOrd="0" destOrd="0" presId="urn:microsoft.com/office/officeart/2018/2/layout/IconLabelList"/>
    <dgm:cxn modelId="{2DC974E7-3F2A-4B5D-BEA4-E3A466F2ABAD}" srcId="{2DD14A79-929D-4863-A388-8892BD0C5362}" destId="{931F2975-AEC9-43CE-92FB-0F6FDD42AF57}" srcOrd="0" destOrd="0" parTransId="{FBFCAFE2-E4A9-4D89-BBDD-0E92A0D19E78}" sibTransId="{A1B47D63-C44D-4388-9DEF-9224E9BFCC66}"/>
    <dgm:cxn modelId="{DF387DED-64E6-4DA3-8731-51F0063661C9}" type="presOf" srcId="{A9FF002B-2E10-40C6-B5F6-9C9F270A0FDF}" destId="{FA1A44A9-87AB-415C-89E1-DFD3F66DEC14}" srcOrd="0" destOrd="0" presId="urn:microsoft.com/office/officeart/2018/2/layout/IconLabelList"/>
    <dgm:cxn modelId="{34201226-FC9D-464D-83F5-2369AFD6E12D}" type="presParOf" srcId="{B4594F90-6AB5-4772-BC8C-8A30C4FF6AE1}" destId="{62B3AD93-2A64-4D22-93A7-E7F23C3D889C}" srcOrd="0" destOrd="0" presId="urn:microsoft.com/office/officeart/2018/2/layout/IconLabelList"/>
    <dgm:cxn modelId="{12FC3E6C-C192-4C51-BBFE-7DD457256E2B}" type="presParOf" srcId="{62B3AD93-2A64-4D22-93A7-E7F23C3D889C}" destId="{AA7303F3-6454-4CB4-AD3D-34D6F5DF885D}" srcOrd="0" destOrd="0" presId="urn:microsoft.com/office/officeart/2018/2/layout/IconLabelList"/>
    <dgm:cxn modelId="{5F49F65F-8153-4B65-B75A-CF77E460B529}" type="presParOf" srcId="{62B3AD93-2A64-4D22-93A7-E7F23C3D889C}" destId="{1522C532-FACE-4605-A545-C4FC829AA54F}" srcOrd="1" destOrd="0" presId="urn:microsoft.com/office/officeart/2018/2/layout/IconLabelList"/>
    <dgm:cxn modelId="{96E587C9-D177-4891-AF4C-FDA1E24C0892}" type="presParOf" srcId="{62B3AD93-2A64-4D22-93A7-E7F23C3D889C}" destId="{09DDC494-8D52-4EE1-8C0F-D7AD4A5A3469}" srcOrd="2" destOrd="0" presId="urn:microsoft.com/office/officeart/2018/2/layout/IconLabelList"/>
    <dgm:cxn modelId="{3F949136-1F0F-46EA-9398-BEB36F4FEB09}" type="presParOf" srcId="{B4594F90-6AB5-4772-BC8C-8A30C4FF6AE1}" destId="{D638FA7E-1E65-418B-9142-6E483723CB50}" srcOrd="1" destOrd="0" presId="urn:microsoft.com/office/officeart/2018/2/layout/IconLabelList"/>
    <dgm:cxn modelId="{ADD66080-3B4E-4D4A-937F-57393D399B10}" type="presParOf" srcId="{B4594F90-6AB5-4772-BC8C-8A30C4FF6AE1}" destId="{9D9CB8A4-D932-4C0C-9D7E-DF00CBE827AF}" srcOrd="2" destOrd="0" presId="urn:microsoft.com/office/officeart/2018/2/layout/IconLabelList"/>
    <dgm:cxn modelId="{E4502844-94AC-47A9-A988-C76332B4C4F0}" type="presParOf" srcId="{9D9CB8A4-D932-4C0C-9D7E-DF00CBE827AF}" destId="{0741A06D-9522-4F05-B9A5-810BE3E9CC97}" srcOrd="0" destOrd="0" presId="urn:microsoft.com/office/officeart/2018/2/layout/IconLabelList"/>
    <dgm:cxn modelId="{BA858FD7-D24D-4860-8CEC-F2D1E41A8568}" type="presParOf" srcId="{9D9CB8A4-D932-4C0C-9D7E-DF00CBE827AF}" destId="{B7181178-C813-41CC-9AE5-81EBC6E7EC1A}" srcOrd="1" destOrd="0" presId="urn:microsoft.com/office/officeart/2018/2/layout/IconLabelList"/>
    <dgm:cxn modelId="{6D88CF97-33FF-47E4-A169-D37E29B00967}" type="presParOf" srcId="{9D9CB8A4-D932-4C0C-9D7E-DF00CBE827AF}" destId="{79D22869-420D-4C4A-A300-5BB0FE7D9759}" srcOrd="2" destOrd="0" presId="urn:microsoft.com/office/officeart/2018/2/layout/IconLabelList"/>
    <dgm:cxn modelId="{5C5FD085-D1E4-48B7-9070-F7F4A2939A04}" type="presParOf" srcId="{B4594F90-6AB5-4772-BC8C-8A30C4FF6AE1}" destId="{FAD80DB1-10CA-4B6C-A456-629D49C6B09E}" srcOrd="3" destOrd="0" presId="urn:microsoft.com/office/officeart/2018/2/layout/IconLabelList"/>
    <dgm:cxn modelId="{85F101C9-E72C-4FF0-9D45-0388FECAB704}" type="presParOf" srcId="{B4594F90-6AB5-4772-BC8C-8A30C4FF6AE1}" destId="{C60A1A6A-5D6A-405E-92CF-0AAB9D82326C}" srcOrd="4" destOrd="0" presId="urn:microsoft.com/office/officeart/2018/2/layout/IconLabelList"/>
    <dgm:cxn modelId="{9C8DC5E2-AA2A-47AA-ACF3-2E205843FC8A}" type="presParOf" srcId="{C60A1A6A-5D6A-405E-92CF-0AAB9D82326C}" destId="{1F426D31-D03A-4AB3-B993-55F40DAC634D}" srcOrd="0" destOrd="0" presId="urn:microsoft.com/office/officeart/2018/2/layout/IconLabelList"/>
    <dgm:cxn modelId="{8232773F-AEA5-40CD-BC20-B9CCEDA003A9}" type="presParOf" srcId="{C60A1A6A-5D6A-405E-92CF-0AAB9D82326C}" destId="{C3A11882-EAB0-44B0-BA45-BD628CEF812B}" srcOrd="1" destOrd="0" presId="urn:microsoft.com/office/officeart/2018/2/layout/IconLabelList"/>
    <dgm:cxn modelId="{647BCA18-7F95-42F8-B093-A8A7996332C4}" type="presParOf" srcId="{C60A1A6A-5D6A-405E-92CF-0AAB9D82326C}" destId="{D7E0C44D-8200-419E-ACE1-4DE80E410B57}" srcOrd="2" destOrd="0" presId="urn:microsoft.com/office/officeart/2018/2/layout/IconLabelList"/>
    <dgm:cxn modelId="{B7D6A103-32E5-4FED-9FB6-C5B80AE52571}" type="presParOf" srcId="{B4594F90-6AB5-4772-BC8C-8A30C4FF6AE1}" destId="{3FEEBA21-55B2-4260-BA14-4920F45A427F}" srcOrd="5" destOrd="0" presId="urn:microsoft.com/office/officeart/2018/2/layout/IconLabelList"/>
    <dgm:cxn modelId="{79B7D1CB-2D42-4072-9DB1-DD378D2DB22E}" type="presParOf" srcId="{B4594F90-6AB5-4772-BC8C-8A30C4FF6AE1}" destId="{C3F3E6C4-0E34-42F9-B85C-343E8948C028}" srcOrd="6" destOrd="0" presId="urn:microsoft.com/office/officeart/2018/2/layout/IconLabelList"/>
    <dgm:cxn modelId="{3F255D7D-C42B-4051-91C3-BDF031FD4755}" type="presParOf" srcId="{C3F3E6C4-0E34-42F9-B85C-343E8948C028}" destId="{C4C2EFE3-8A23-4E11-83F8-B7DBAAB3FBB1}" srcOrd="0" destOrd="0" presId="urn:microsoft.com/office/officeart/2018/2/layout/IconLabelList"/>
    <dgm:cxn modelId="{5830BA5D-966B-4E30-94C2-393EF992EF53}" type="presParOf" srcId="{C3F3E6C4-0E34-42F9-B85C-343E8948C028}" destId="{ADEDD37C-28BC-4B3B-A422-6B2A6C09DDCD}" srcOrd="1" destOrd="0" presId="urn:microsoft.com/office/officeart/2018/2/layout/IconLabelList"/>
    <dgm:cxn modelId="{416F80D1-960D-4332-9C98-83EC603EF304}" type="presParOf" srcId="{C3F3E6C4-0E34-42F9-B85C-343E8948C028}" destId="{FA1A44A9-87AB-415C-89E1-DFD3F66DEC14}" srcOrd="2" destOrd="0" presId="urn:microsoft.com/office/officeart/2018/2/layout/IconLabelList"/>
    <dgm:cxn modelId="{672D7CDD-C327-49D3-9F9B-35F316A31BBD}" type="presParOf" srcId="{B4594F90-6AB5-4772-BC8C-8A30C4FF6AE1}" destId="{8F341A45-CD22-42C6-A842-29DF9DD64BFF}" srcOrd="7" destOrd="0" presId="urn:microsoft.com/office/officeart/2018/2/layout/IconLabelList"/>
    <dgm:cxn modelId="{A1D33854-89E0-4424-83C5-5684B0A8C320}" type="presParOf" srcId="{B4594F90-6AB5-4772-BC8C-8A30C4FF6AE1}" destId="{C178F790-3296-40CC-834E-7F841C414376}" srcOrd="8" destOrd="0" presId="urn:microsoft.com/office/officeart/2018/2/layout/IconLabelList"/>
    <dgm:cxn modelId="{83F6FA97-A2A0-4E60-87F0-A0D9BEC94A7D}" type="presParOf" srcId="{C178F790-3296-40CC-834E-7F841C414376}" destId="{04CFCDC6-2213-4600-993A-684BDBEC2477}" srcOrd="0" destOrd="0" presId="urn:microsoft.com/office/officeart/2018/2/layout/IconLabelList"/>
    <dgm:cxn modelId="{39342A14-9A97-4FCC-9CA5-18718D7CD8DD}" type="presParOf" srcId="{C178F790-3296-40CC-834E-7F841C414376}" destId="{53BC71BA-A99C-4485-83B4-C347C6A11D94}" srcOrd="1" destOrd="0" presId="urn:microsoft.com/office/officeart/2018/2/layout/IconLabelList"/>
    <dgm:cxn modelId="{821CCA96-5168-4DA7-80D4-F962197DF494}" type="presParOf" srcId="{C178F790-3296-40CC-834E-7F841C414376}" destId="{FBF81EA9-2946-481F-BDCF-A865B4D816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B314239-1225-4CD6-BA81-8437A68563C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77DCBEC-2DF1-4CEC-94EE-BC28CDCA15A1}">
      <dgm:prSet/>
      <dgm:spPr/>
      <dgm:t>
        <a:bodyPr/>
        <a:lstStyle/>
        <a:p>
          <a:r>
            <a:rPr lang="en-US"/>
            <a:t>Major offices in Noida, Bangalore, Chennai.</a:t>
          </a:r>
        </a:p>
      </dgm:t>
    </dgm:pt>
    <dgm:pt modelId="{4F11358A-DB5B-4B48-81EA-B5D0F303F449}" type="parTrans" cxnId="{D6659010-4A92-4625-9E03-1C1910950F90}">
      <dgm:prSet/>
      <dgm:spPr/>
      <dgm:t>
        <a:bodyPr/>
        <a:lstStyle/>
        <a:p>
          <a:endParaRPr lang="en-US"/>
        </a:p>
      </dgm:t>
    </dgm:pt>
    <dgm:pt modelId="{C266EF71-3A0A-4D3A-A151-B9A90DE5F1A0}" type="sibTrans" cxnId="{D6659010-4A92-4625-9E03-1C1910950F90}">
      <dgm:prSet/>
      <dgm:spPr/>
      <dgm:t>
        <a:bodyPr/>
        <a:lstStyle/>
        <a:p>
          <a:endParaRPr lang="en-US"/>
        </a:p>
      </dgm:t>
    </dgm:pt>
    <dgm:pt modelId="{1D5CA7CC-2637-42AE-ABDC-CFBC3078E0CF}">
      <dgm:prSet/>
      <dgm:spPr/>
      <dgm:t>
        <a:bodyPr/>
        <a:lstStyle/>
        <a:p>
          <a:r>
            <a:rPr lang="en-US"/>
            <a:t>Large workforce.</a:t>
          </a:r>
        </a:p>
      </dgm:t>
    </dgm:pt>
    <dgm:pt modelId="{26A4D16E-3883-4981-A486-2234BB205421}" type="parTrans" cxnId="{D0FC9E7C-778F-4194-83A8-641D7A16DD15}">
      <dgm:prSet/>
      <dgm:spPr/>
      <dgm:t>
        <a:bodyPr/>
        <a:lstStyle/>
        <a:p>
          <a:endParaRPr lang="en-US"/>
        </a:p>
      </dgm:t>
    </dgm:pt>
    <dgm:pt modelId="{3EA6F5D8-7E8D-4EC2-8862-0CE8EA75A7CD}" type="sibTrans" cxnId="{D0FC9E7C-778F-4194-83A8-641D7A16DD15}">
      <dgm:prSet/>
      <dgm:spPr/>
      <dgm:t>
        <a:bodyPr/>
        <a:lstStyle/>
        <a:p>
          <a:endParaRPr lang="en-US"/>
        </a:p>
      </dgm:t>
    </dgm:pt>
    <dgm:pt modelId="{F09B3C85-7F9B-4BCA-AAE9-157B04A14825}">
      <dgm:prSet/>
      <dgm:spPr/>
      <dgm:t>
        <a:bodyPr/>
        <a:lstStyle/>
        <a:p>
          <a:r>
            <a:rPr lang="en-US"/>
            <a:t>Major IT hiring hub.</a:t>
          </a:r>
        </a:p>
      </dgm:t>
    </dgm:pt>
    <dgm:pt modelId="{271ED130-C795-4281-AFAC-5C88F6684786}" type="parTrans" cxnId="{6CC2A4AA-AB2A-43F5-B3ED-14CCB55F98B8}">
      <dgm:prSet/>
      <dgm:spPr/>
      <dgm:t>
        <a:bodyPr/>
        <a:lstStyle/>
        <a:p>
          <a:endParaRPr lang="en-US"/>
        </a:p>
      </dgm:t>
    </dgm:pt>
    <dgm:pt modelId="{75B048FF-3F70-4433-98BD-B0122A38266A}" type="sibTrans" cxnId="{6CC2A4AA-AB2A-43F5-B3ED-14CCB55F98B8}">
      <dgm:prSet/>
      <dgm:spPr/>
      <dgm:t>
        <a:bodyPr/>
        <a:lstStyle/>
        <a:p>
          <a:endParaRPr lang="en-US"/>
        </a:p>
      </dgm:t>
    </dgm:pt>
    <dgm:pt modelId="{0DD2F825-CF6A-4908-A587-41B866F9F887}" type="pres">
      <dgm:prSet presAssocID="{EB314239-1225-4CD6-BA81-8437A68563C0}" presName="linear" presStyleCnt="0">
        <dgm:presLayoutVars>
          <dgm:animLvl val="lvl"/>
          <dgm:resizeHandles val="exact"/>
        </dgm:presLayoutVars>
      </dgm:prSet>
      <dgm:spPr/>
    </dgm:pt>
    <dgm:pt modelId="{0DA5741C-9DFA-4F4C-A2A1-60CAD37AF17E}" type="pres">
      <dgm:prSet presAssocID="{B77DCBEC-2DF1-4CEC-94EE-BC28CDCA15A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EF5189F-B1FB-484F-8F63-C9DBB3BAC9DE}" type="pres">
      <dgm:prSet presAssocID="{C266EF71-3A0A-4D3A-A151-B9A90DE5F1A0}" presName="spacer" presStyleCnt="0"/>
      <dgm:spPr/>
    </dgm:pt>
    <dgm:pt modelId="{7337FA20-D097-4ACB-ABC4-4283741B7FE4}" type="pres">
      <dgm:prSet presAssocID="{1D5CA7CC-2637-42AE-ABDC-CFBC3078E0C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04C1AD8-D13A-4CD3-872F-C41C5896713B}" type="pres">
      <dgm:prSet presAssocID="{3EA6F5D8-7E8D-4EC2-8862-0CE8EA75A7CD}" presName="spacer" presStyleCnt="0"/>
      <dgm:spPr/>
    </dgm:pt>
    <dgm:pt modelId="{423837E0-8776-4E8D-9914-251FB8185E7B}" type="pres">
      <dgm:prSet presAssocID="{F09B3C85-7F9B-4BCA-AAE9-157B04A1482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6659010-4A92-4625-9E03-1C1910950F90}" srcId="{EB314239-1225-4CD6-BA81-8437A68563C0}" destId="{B77DCBEC-2DF1-4CEC-94EE-BC28CDCA15A1}" srcOrd="0" destOrd="0" parTransId="{4F11358A-DB5B-4B48-81EA-B5D0F303F449}" sibTransId="{C266EF71-3A0A-4D3A-A151-B9A90DE5F1A0}"/>
    <dgm:cxn modelId="{2097876A-A04B-47E5-A20D-AD5029B164B8}" type="presOf" srcId="{F09B3C85-7F9B-4BCA-AAE9-157B04A14825}" destId="{423837E0-8776-4E8D-9914-251FB8185E7B}" srcOrd="0" destOrd="0" presId="urn:microsoft.com/office/officeart/2005/8/layout/vList2"/>
    <dgm:cxn modelId="{47C47D6E-84DE-4F76-B79A-E7CDD18A293F}" type="presOf" srcId="{B77DCBEC-2DF1-4CEC-94EE-BC28CDCA15A1}" destId="{0DA5741C-9DFA-4F4C-A2A1-60CAD37AF17E}" srcOrd="0" destOrd="0" presId="urn:microsoft.com/office/officeart/2005/8/layout/vList2"/>
    <dgm:cxn modelId="{EBF25371-9844-4FCC-B1C6-BF6A1E20300F}" type="presOf" srcId="{1D5CA7CC-2637-42AE-ABDC-CFBC3078E0CF}" destId="{7337FA20-D097-4ACB-ABC4-4283741B7FE4}" srcOrd="0" destOrd="0" presId="urn:microsoft.com/office/officeart/2005/8/layout/vList2"/>
    <dgm:cxn modelId="{D0FC9E7C-778F-4194-83A8-641D7A16DD15}" srcId="{EB314239-1225-4CD6-BA81-8437A68563C0}" destId="{1D5CA7CC-2637-42AE-ABDC-CFBC3078E0CF}" srcOrd="1" destOrd="0" parTransId="{26A4D16E-3883-4981-A486-2234BB205421}" sibTransId="{3EA6F5D8-7E8D-4EC2-8862-0CE8EA75A7CD}"/>
    <dgm:cxn modelId="{486C2F80-EA5D-48A7-A2D0-AD28B32D7677}" type="presOf" srcId="{EB314239-1225-4CD6-BA81-8437A68563C0}" destId="{0DD2F825-CF6A-4908-A587-41B866F9F887}" srcOrd="0" destOrd="0" presId="urn:microsoft.com/office/officeart/2005/8/layout/vList2"/>
    <dgm:cxn modelId="{6CC2A4AA-AB2A-43F5-B3ED-14CCB55F98B8}" srcId="{EB314239-1225-4CD6-BA81-8437A68563C0}" destId="{F09B3C85-7F9B-4BCA-AAE9-157B04A14825}" srcOrd="2" destOrd="0" parTransId="{271ED130-C795-4281-AFAC-5C88F6684786}" sibTransId="{75B048FF-3F70-4433-98BD-B0122A38266A}"/>
    <dgm:cxn modelId="{30B8E8F8-B887-4E84-A666-74350769E76F}" type="presParOf" srcId="{0DD2F825-CF6A-4908-A587-41B866F9F887}" destId="{0DA5741C-9DFA-4F4C-A2A1-60CAD37AF17E}" srcOrd="0" destOrd="0" presId="urn:microsoft.com/office/officeart/2005/8/layout/vList2"/>
    <dgm:cxn modelId="{7F49D561-F108-4A09-B472-1756BB695494}" type="presParOf" srcId="{0DD2F825-CF6A-4908-A587-41B866F9F887}" destId="{8EF5189F-B1FB-484F-8F63-C9DBB3BAC9DE}" srcOrd="1" destOrd="0" presId="urn:microsoft.com/office/officeart/2005/8/layout/vList2"/>
    <dgm:cxn modelId="{0D25EF8B-0E23-4F9C-B651-16BA421D86D9}" type="presParOf" srcId="{0DD2F825-CF6A-4908-A587-41B866F9F887}" destId="{7337FA20-D097-4ACB-ABC4-4283741B7FE4}" srcOrd="2" destOrd="0" presId="urn:microsoft.com/office/officeart/2005/8/layout/vList2"/>
    <dgm:cxn modelId="{30050B34-7CEE-448C-8021-C9F1FE345389}" type="presParOf" srcId="{0DD2F825-CF6A-4908-A587-41B866F9F887}" destId="{D04C1AD8-D13A-4CD3-872F-C41C5896713B}" srcOrd="3" destOrd="0" presId="urn:microsoft.com/office/officeart/2005/8/layout/vList2"/>
    <dgm:cxn modelId="{465C03F3-8E9F-4E4A-9E0B-0A9EFD1E687A}" type="presParOf" srcId="{0DD2F825-CF6A-4908-A587-41B866F9F887}" destId="{423837E0-8776-4E8D-9914-251FB8185E7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720B040-0903-41D9-BFCB-71DEB870E21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AC3EDCA-4EE0-46C4-9FBF-5B0510470EB5}">
      <dgm:prSet/>
      <dgm:spPr/>
      <dgm:t>
        <a:bodyPr/>
        <a:lstStyle/>
        <a:p>
          <a:r>
            <a:rPr lang="en-US"/>
            <a:t>Competitors: TCS, Infosys, Wipro.</a:t>
          </a:r>
        </a:p>
      </dgm:t>
    </dgm:pt>
    <dgm:pt modelId="{A81028B6-6578-4315-853C-7ED22A8635CD}" type="parTrans" cxnId="{5D16FED9-D978-4F25-BF70-B2D17F50D0CE}">
      <dgm:prSet/>
      <dgm:spPr/>
      <dgm:t>
        <a:bodyPr/>
        <a:lstStyle/>
        <a:p>
          <a:endParaRPr lang="en-US"/>
        </a:p>
      </dgm:t>
    </dgm:pt>
    <dgm:pt modelId="{942A9340-4AD0-495C-9C55-5E6403C35D17}" type="sibTrans" cxnId="{5D16FED9-D978-4F25-BF70-B2D17F50D0CE}">
      <dgm:prSet/>
      <dgm:spPr/>
      <dgm:t>
        <a:bodyPr/>
        <a:lstStyle/>
        <a:p>
          <a:endParaRPr lang="en-US"/>
        </a:p>
      </dgm:t>
    </dgm:pt>
    <dgm:pt modelId="{257FB8D1-BBB3-4DC5-AC6F-2C18378441AD}">
      <dgm:prSet/>
      <dgm:spPr/>
      <dgm:t>
        <a:bodyPr/>
        <a:lstStyle/>
        <a:p>
          <a:r>
            <a:rPr lang="en-US"/>
            <a:t>Challenges: Competition, security, rapid tech change.</a:t>
          </a:r>
        </a:p>
      </dgm:t>
    </dgm:pt>
    <dgm:pt modelId="{FCC2A7E9-C1B2-4F7A-8192-91D8E0814C63}" type="parTrans" cxnId="{D0E014AF-F663-48AB-84F9-3C21FA4DE813}">
      <dgm:prSet/>
      <dgm:spPr/>
      <dgm:t>
        <a:bodyPr/>
        <a:lstStyle/>
        <a:p>
          <a:endParaRPr lang="en-US"/>
        </a:p>
      </dgm:t>
    </dgm:pt>
    <dgm:pt modelId="{637B6A01-B6F4-404C-8D97-D3024F38E6C9}" type="sibTrans" cxnId="{D0E014AF-F663-48AB-84F9-3C21FA4DE813}">
      <dgm:prSet/>
      <dgm:spPr/>
      <dgm:t>
        <a:bodyPr/>
        <a:lstStyle/>
        <a:p>
          <a:endParaRPr lang="en-US"/>
        </a:p>
      </dgm:t>
    </dgm:pt>
    <dgm:pt modelId="{9BF26798-747F-41A9-92EF-0CF781C953CA}" type="pres">
      <dgm:prSet presAssocID="{1720B040-0903-41D9-BFCB-71DEB870E215}" presName="linear" presStyleCnt="0">
        <dgm:presLayoutVars>
          <dgm:animLvl val="lvl"/>
          <dgm:resizeHandles val="exact"/>
        </dgm:presLayoutVars>
      </dgm:prSet>
      <dgm:spPr/>
    </dgm:pt>
    <dgm:pt modelId="{2909C06B-AAEE-4F26-89C6-4B5B5165E156}" type="pres">
      <dgm:prSet presAssocID="{FAC3EDCA-4EE0-46C4-9FBF-5B0510470EB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FFF2787-9CC5-4C3A-A1C7-385F9B13BEFE}" type="pres">
      <dgm:prSet presAssocID="{942A9340-4AD0-495C-9C55-5E6403C35D17}" presName="spacer" presStyleCnt="0"/>
      <dgm:spPr/>
    </dgm:pt>
    <dgm:pt modelId="{63FF79EE-FB60-482C-A4CF-3B74A06639C9}" type="pres">
      <dgm:prSet presAssocID="{257FB8D1-BBB3-4DC5-AC6F-2C18378441A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67C1602-DD02-45DA-B9FB-BF5BFD12876C}" type="presOf" srcId="{257FB8D1-BBB3-4DC5-AC6F-2C18378441AD}" destId="{63FF79EE-FB60-482C-A4CF-3B74A06639C9}" srcOrd="0" destOrd="0" presId="urn:microsoft.com/office/officeart/2005/8/layout/vList2"/>
    <dgm:cxn modelId="{2335418D-593D-4C51-897E-ADD86254DBF9}" type="presOf" srcId="{1720B040-0903-41D9-BFCB-71DEB870E215}" destId="{9BF26798-747F-41A9-92EF-0CF781C953CA}" srcOrd="0" destOrd="0" presId="urn:microsoft.com/office/officeart/2005/8/layout/vList2"/>
    <dgm:cxn modelId="{237441AB-16B6-431D-884F-D0017B172320}" type="presOf" srcId="{FAC3EDCA-4EE0-46C4-9FBF-5B0510470EB5}" destId="{2909C06B-AAEE-4F26-89C6-4B5B5165E156}" srcOrd="0" destOrd="0" presId="urn:microsoft.com/office/officeart/2005/8/layout/vList2"/>
    <dgm:cxn modelId="{D0E014AF-F663-48AB-84F9-3C21FA4DE813}" srcId="{1720B040-0903-41D9-BFCB-71DEB870E215}" destId="{257FB8D1-BBB3-4DC5-AC6F-2C18378441AD}" srcOrd="1" destOrd="0" parTransId="{FCC2A7E9-C1B2-4F7A-8192-91D8E0814C63}" sibTransId="{637B6A01-B6F4-404C-8D97-D3024F38E6C9}"/>
    <dgm:cxn modelId="{5D16FED9-D978-4F25-BF70-B2D17F50D0CE}" srcId="{1720B040-0903-41D9-BFCB-71DEB870E215}" destId="{FAC3EDCA-4EE0-46C4-9FBF-5B0510470EB5}" srcOrd="0" destOrd="0" parTransId="{A81028B6-6578-4315-853C-7ED22A8635CD}" sibTransId="{942A9340-4AD0-495C-9C55-5E6403C35D17}"/>
    <dgm:cxn modelId="{54BBE846-F384-4F78-9951-73EF5FCBE22A}" type="presParOf" srcId="{9BF26798-747F-41A9-92EF-0CF781C953CA}" destId="{2909C06B-AAEE-4F26-89C6-4B5B5165E156}" srcOrd="0" destOrd="0" presId="urn:microsoft.com/office/officeart/2005/8/layout/vList2"/>
    <dgm:cxn modelId="{7CA4A490-0C62-4D5A-BDD7-16DEA35607EE}" type="presParOf" srcId="{9BF26798-747F-41A9-92EF-0CF781C953CA}" destId="{EFFF2787-9CC5-4C3A-A1C7-385F9B13BEFE}" srcOrd="1" destOrd="0" presId="urn:microsoft.com/office/officeart/2005/8/layout/vList2"/>
    <dgm:cxn modelId="{E43B03DB-384B-40E9-84E6-398337731F66}" type="presParOf" srcId="{9BF26798-747F-41A9-92EF-0CF781C953CA}" destId="{63FF79EE-FB60-482C-A4CF-3B74A06639C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BF2B0C2-4836-4D5E-AABE-41D49F7D766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837384-CB78-4BD6-9B69-92072D224E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global presence.</a:t>
          </a:r>
        </a:p>
      </dgm:t>
    </dgm:pt>
    <dgm:pt modelId="{7D3466D1-54E8-4C59-B1DD-4882EF857CD2}" type="parTrans" cxnId="{D94CB702-B152-4812-93BE-49E5805AA2A9}">
      <dgm:prSet/>
      <dgm:spPr/>
      <dgm:t>
        <a:bodyPr/>
        <a:lstStyle/>
        <a:p>
          <a:endParaRPr lang="en-US"/>
        </a:p>
      </dgm:t>
    </dgm:pt>
    <dgm:pt modelId="{A521AEED-7CB1-49BA-B4EA-C4E4118CAD51}" type="sibTrans" cxnId="{D94CB702-B152-4812-93BE-49E5805AA2A9}">
      <dgm:prSet/>
      <dgm:spPr/>
      <dgm:t>
        <a:bodyPr/>
        <a:lstStyle/>
        <a:p>
          <a:endParaRPr lang="en-US"/>
        </a:p>
      </dgm:t>
    </dgm:pt>
    <dgm:pt modelId="{E4A7D492-78D3-4596-AD60-98B1435263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Innovation driven.</a:t>
          </a:r>
        </a:p>
      </dgm:t>
    </dgm:pt>
    <dgm:pt modelId="{2AE5E018-3222-4369-AF7E-9DA763F01770}" type="parTrans" cxnId="{6EF3BD9C-20D6-4894-8F16-6D606B399A1C}">
      <dgm:prSet/>
      <dgm:spPr/>
      <dgm:t>
        <a:bodyPr/>
        <a:lstStyle/>
        <a:p>
          <a:endParaRPr lang="en-US"/>
        </a:p>
      </dgm:t>
    </dgm:pt>
    <dgm:pt modelId="{C33CD1D3-CEDD-4CE0-8B89-8F6B0D6E0951}" type="sibTrans" cxnId="{6EF3BD9C-20D6-4894-8F16-6D606B399A1C}">
      <dgm:prSet/>
      <dgm:spPr/>
      <dgm:t>
        <a:bodyPr/>
        <a:lstStyle/>
        <a:p>
          <a:endParaRPr lang="en-US"/>
        </a:p>
      </dgm:t>
    </dgm:pt>
    <dgm:pt modelId="{7E1D2083-1616-45DE-837B-88EDE26FB2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growth in AI, cloud, automation.</a:t>
          </a:r>
        </a:p>
      </dgm:t>
    </dgm:pt>
    <dgm:pt modelId="{46387187-F7DB-4C48-99CE-94FF712B4470}" type="parTrans" cxnId="{32614EAC-C8D2-4556-B440-A53941F0CC4D}">
      <dgm:prSet/>
      <dgm:spPr/>
      <dgm:t>
        <a:bodyPr/>
        <a:lstStyle/>
        <a:p>
          <a:endParaRPr lang="en-US"/>
        </a:p>
      </dgm:t>
    </dgm:pt>
    <dgm:pt modelId="{B81AB10D-FD50-496A-8DEE-843788ABC21D}" type="sibTrans" cxnId="{32614EAC-C8D2-4556-B440-A53941F0CC4D}">
      <dgm:prSet/>
      <dgm:spPr/>
      <dgm:t>
        <a:bodyPr/>
        <a:lstStyle/>
        <a:p>
          <a:endParaRPr lang="en-US"/>
        </a:p>
      </dgm:t>
    </dgm:pt>
    <dgm:pt modelId="{FA0FDFF0-B97D-476C-B39C-0BB9D093B564}" type="pres">
      <dgm:prSet presAssocID="{0BF2B0C2-4836-4D5E-AABE-41D49F7D766D}" presName="root" presStyleCnt="0">
        <dgm:presLayoutVars>
          <dgm:dir/>
          <dgm:resizeHandles val="exact"/>
        </dgm:presLayoutVars>
      </dgm:prSet>
      <dgm:spPr/>
    </dgm:pt>
    <dgm:pt modelId="{AAFDA20E-8182-4820-AB4F-54B230B2510E}" type="pres">
      <dgm:prSet presAssocID="{ED837384-CB78-4BD6-9B69-92072D224EA1}" presName="compNode" presStyleCnt="0"/>
      <dgm:spPr/>
    </dgm:pt>
    <dgm:pt modelId="{53710560-AF1A-496D-AEF5-EB057CF87D8C}" type="pres">
      <dgm:prSet presAssocID="{ED837384-CB78-4BD6-9B69-92072D224EA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rth Globe Asia-Australia"/>
        </a:ext>
      </dgm:extLst>
    </dgm:pt>
    <dgm:pt modelId="{E629A775-339C-4935-841D-12AAA3D66226}" type="pres">
      <dgm:prSet presAssocID="{ED837384-CB78-4BD6-9B69-92072D224EA1}" presName="spaceRect" presStyleCnt="0"/>
      <dgm:spPr/>
    </dgm:pt>
    <dgm:pt modelId="{CB6B1DC4-8F05-4494-A12F-E1005CEB4CBE}" type="pres">
      <dgm:prSet presAssocID="{ED837384-CB78-4BD6-9B69-92072D224EA1}" presName="textRect" presStyleLbl="revTx" presStyleIdx="0" presStyleCnt="3">
        <dgm:presLayoutVars>
          <dgm:chMax val="1"/>
          <dgm:chPref val="1"/>
        </dgm:presLayoutVars>
      </dgm:prSet>
      <dgm:spPr/>
    </dgm:pt>
    <dgm:pt modelId="{B790BF7D-3657-4E05-A92F-8A492F558D7B}" type="pres">
      <dgm:prSet presAssocID="{A521AEED-7CB1-49BA-B4EA-C4E4118CAD51}" presName="sibTrans" presStyleCnt="0"/>
      <dgm:spPr/>
    </dgm:pt>
    <dgm:pt modelId="{0F5347B3-9694-42FA-A864-E441E7B06BB5}" type="pres">
      <dgm:prSet presAssocID="{E4A7D492-78D3-4596-AD60-98B1435263BB}" presName="compNode" presStyleCnt="0"/>
      <dgm:spPr/>
    </dgm:pt>
    <dgm:pt modelId="{EFABCF03-9AC3-4285-82A2-1F6BF7315E65}" type="pres">
      <dgm:prSet presAssocID="{E4A7D492-78D3-4596-AD60-98B1435263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9BFC4FE9-D76E-4FC8-8861-941F59E99485}" type="pres">
      <dgm:prSet presAssocID="{E4A7D492-78D3-4596-AD60-98B1435263BB}" presName="spaceRect" presStyleCnt="0"/>
      <dgm:spPr/>
    </dgm:pt>
    <dgm:pt modelId="{306805E1-A3B9-449B-85F1-24A0E2CDC45B}" type="pres">
      <dgm:prSet presAssocID="{E4A7D492-78D3-4596-AD60-98B1435263BB}" presName="textRect" presStyleLbl="revTx" presStyleIdx="1" presStyleCnt="3">
        <dgm:presLayoutVars>
          <dgm:chMax val="1"/>
          <dgm:chPref val="1"/>
        </dgm:presLayoutVars>
      </dgm:prSet>
      <dgm:spPr/>
    </dgm:pt>
    <dgm:pt modelId="{9AC594FC-712D-4E35-A0AE-0014A2FB3639}" type="pres">
      <dgm:prSet presAssocID="{C33CD1D3-CEDD-4CE0-8B89-8F6B0D6E0951}" presName="sibTrans" presStyleCnt="0"/>
      <dgm:spPr/>
    </dgm:pt>
    <dgm:pt modelId="{3EC03C6C-5CD3-469C-9A59-610AB57BF018}" type="pres">
      <dgm:prSet presAssocID="{7E1D2083-1616-45DE-837B-88EDE26FB2CB}" presName="compNode" presStyleCnt="0"/>
      <dgm:spPr/>
    </dgm:pt>
    <dgm:pt modelId="{C30492A9-12AA-4F73-A0E8-7816365608D6}" type="pres">
      <dgm:prSet presAssocID="{7E1D2083-1616-45DE-837B-88EDE26FB2C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8FB16DB0-06AA-4943-BB84-F48D35F40322}" type="pres">
      <dgm:prSet presAssocID="{7E1D2083-1616-45DE-837B-88EDE26FB2CB}" presName="spaceRect" presStyleCnt="0"/>
      <dgm:spPr/>
    </dgm:pt>
    <dgm:pt modelId="{E8C29636-0492-49AF-83EF-478D5BF1D074}" type="pres">
      <dgm:prSet presAssocID="{7E1D2083-1616-45DE-837B-88EDE26FB2C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94CB702-B152-4812-93BE-49E5805AA2A9}" srcId="{0BF2B0C2-4836-4D5E-AABE-41D49F7D766D}" destId="{ED837384-CB78-4BD6-9B69-92072D224EA1}" srcOrd="0" destOrd="0" parTransId="{7D3466D1-54E8-4C59-B1DD-4882EF857CD2}" sibTransId="{A521AEED-7CB1-49BA-B4EA-C4E4118CAD51}"/>
    <dgm:cxn modelId="{7EBA766F-6435-4D71-84C6-81D2C8AB9425}" type="presOf" srcId="{7E1D2083-1616-45DE-837B-88EDE26FB2CB}" destId="{E8C29636-0492-49AF-83EF-478D5BF1D074}" srcOrd="0" destOrd="0" presId="urn:microsoft.com/office/officeart/2018/2/layout/IconLabelList"/>
    <dgm:cxn modelId="{6EF3BD9C-20D6-4894-8F16-6D606B399A1C}" srcId="{0BF2B0C2-4836-4D5E-AABE-41D49F7D766D}" destId="{E4A7D492-78D3-4596-AD60-98B1435263BB}" srcOrd="1" destOrd="0" parTransId="{2AE5E018-3222-4369-AF7E-9DA763F01770}" sibTransId="{C33CD1D3-CEDD-4CE0-8B89-8F6B0D6E0951}"/>
    <dgm:cxn modelId="{32614EAC-C8D2-4556-B440-A53941F0CC4D}" srcId="{0BF2B0C2-4836-4D5E-AABE-41D49F7D766D}" destId="{7E1D2083-1616-45DE-837B-88EDE26FB2CB}" srcOrd="2" destOrd="0" parTransId="{46387187-F7DB-4C48-99CE-94FF712B4470}" sibTransId="{B81AB10D-FD50-496A-8DEE-843788ABC21D}"/>
    <dgm:cxn modelId="{D36286CA-A9F3-4C0E-88A8-A9A882799709}" type="presOf" srcId="{E4A7D492-78D3-4596-AD60-98B1435263BB}" destId="{306805E1-A3B9-449B-85F1-24A0E2CDC45B}" srcOrd="0" destOrd="0" presId="urn:microsoft.com/office/officeart/2018/2/layout/IconLabelList"/>
    <dgm:cxn modelId="{C0D65FCD-88B2-4561-9CA8-37FD33A6D6D5}" type="presOf" srcId="{0BF2B0C2-4836-4D5E-AABE-41D49F7D766D}" destId="{FA0FDFF0-B97D-476C-B39C-0BB9D093B564}" srcOrd="0" destOrd="0" presId="urn:microsoft.com/office/officeart/2018/2/layout/IconLabelList"/>
    <dgm:cxn modelId="{7D774AD3-2057-4A99-B348-56AEB4D27104}" type="presOf" srcId="{ED837384-CB78-4BD6-9B69-92072D224EA1}" destId="{CB6B1DC4-8F05-4494-A12F-E1005CEB4CBE}" srcOrd="0" destOrd="0" presId="urn:microsoft.com/office/officeart/2018/2/layout/IconLabelList"/>
    <dgm:cxn modelId="{8943A6A6-476D-4B00-A07D-5FA2BCC12A13}" type="presParOf" srcId="{FA0FDFF0-B97D-476C-B39C-0BB9D093B564}" destId="{AAFDA20E-8182-4820-AB4F-54B230B2510E}" srcOrd="0" destOrd="0" presId="urn:microsoft.com/office/officeart/2018/2/layout/IconLabelList"/>
    <dgm:cxn modelId="{B0392810-3E54-40E1-B914-B7EDFEB3943D}" type="presParOf" srcId="{AAFDA20E-8182-4820-AB4F-54B230B2510E}" destId="{53710560-AF1A-496D-AEF5-EB057CF87D8C}" srcOrd="0" destOrd="0" presId="urn:microsoft.com/office/officeart/2018/2/layout/IconLabelList"/>
    <dgm:cxn modelId="{2CE8BCEA-428C-40CB-B97E-C3AAEC350C86}" type="presParOf" srcId="{AAFDA20E-8182-4820-AB4F-54B230B2510E}" destId="{E629A775-339C-4935-841D-12AAA3D66226}" srcOrd="1" destOrd="0" presId="urn:microsoft.com/office/officeart/2018/2/layout/IconLabelList"/>
    <dgm:cxn modelId="{E52E6650-6251-4E82-9D54-3012E0B60AF7}" type="presParOf" srcId="{AAFDA20E-8182-4820-AB4F-54B230B2510E}" destId="{CB6B1DC4-8F05-4494-A12F-E1005CEB4CBE}" srcOrd="2" destOrd="0" presId="urn:microsoft.com/office/officeart/2018/2/layout/IconLabelList"/>
    <dgm:cxn modelId="{29658898-C28B-40AC-821F-0192D7CD86D9}" type="presParOf" srcId="{FA0FDFF0-B97D-476C-B39C-0BB9D093B564}" destId="{B790BF7D-3657-4E05-A92F-8A492F558D7B}" srcOrd="1" destOrd="0" presId="urn:microsoft.com/office/officeart/2018/2/layout/IconLabelList"/>
    <dgm:cxn modelId="{2A2705DF-6052-4042-8027-DAB15410B8AF}" type="presParOf" srcId="{FA0FDFF0-B97D-476C-B39C-0BB9D093B564}" destId="{0F5347B3-9694-42FA-A864-E441E7B06BB5}" srcOrd="2" destOrd="0" presId="urn:microsoft.com/office/officeart/2018/2/layout/IconLabelList"/>
    <dgm:cxn modelId="{DB61E0FE-4A73-447E-9B77-F44DA94CB5D9}" type="presParOf" srcId="{0F5347B3-9694-42FA-A864-E441E7B06BB5}" destId="{EFABCF03-9AC3-4285-82A2-1F6BF7315E65}" srcOrd="0" destOrd="0" presId="urn:microsoft.com/office/officeart/2018/2/layout/IconLabelList"/>
    <dgm:cxn modelId="{3321EF50-532B-4CEB-9C9C-B11C29326EA2}" type="presParOf" srcId="{0F5347B3-9694-42FA-A864-E441E7B06BB5}" destId="{9BFC4FE9-D76E-4FC8-8861-941F59E99485}" srcOrd="1" destOrd="0" presId="urn:microsoft.com/office/officeart/2018/2/layout/IconLabelList"/>
    <dgm:cxn modelId="{57D535AF-EF1F-48A2-8EC3-79115CDB0235}" type="presParOf" srcId="{0F5347B3-9694-42FA-A864-E441E7B06BB5}" destId="{306805E1-A3B9-449B-85F1-24A0E2CDC45B}" srcOrd="2" destOrd="0" presId="urn:microsoft.com/office/officeart/2018/2/layout/IconLabelList"/>
    <dgm:cxn modelId="{9A14535D-23D2-4728-9B46-51CA8F1A610B}" type="presParOf" srcId="{FA0FDFF0-B97D-476C-B39C-0BB9D093B564}" destId="{9AC594FC-712D-4E35-A0AE-0014A2FB3639}" srcOrd="3" destOrd="0" presId="urn:microsoft.com/office/officeart/2018/2/layout/IconLabelList"/>
    <dgm:cxn modelId="{A6125F4E-CF8F-4191-9B36-35C267E153D0}" type="presParOf" srcId="{FA0FDFF0-B97D-476C-B39C-0BB9D093B564}" destId="{3EC03C6C-5CD3-469C-9A59-610AB57BF018}" srcOrd="4" destOrd="0" presId="urn:microsoft.com/office/officeart/2018/2/layout/IconLabelList"/>
    <dgm:cxn modelId="{AC4585A8-C818-47C1-9B4F-ADA2FCAEE053}" type="presParOf" srcId="{3EC03C6C-5CD3-469C-9A59-610AB57BF018}" destId="{C30492A9-12AA-4F73-A0E8-7816365608D6}" srcOrd="0" destOrd="0" presId="urn:microsoft.com/office/officeart/2018/2/layout/IconLabelList"/>
    <dgm:cxn modelId="{6C93F9CE-99BC-4CBF-BD1E-0D8106E0303C}" type="presParOf" srcId="{3EC03C6C-5CD3-469C-9A59-610AB57BF018}" destId="{8FB16DB0-06AA-4943-BB84-F48D35F40322}" srcOrd="1" destOrd="0" presId="urn:microsoft.com/office/officeart/2018/2/layout/IconLabelList"/>
    <dgm:cxn modelId="{19185A6D-A758-411B-A171-7CDAA21EFBBF}" type="presParOf" srcId="{3EC03C6C-5CD3-469C-9A59-610AB57BF018}" destId="{E8C29636-0492-49AF-83EF-478D5BF1D07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BD53E8B-77BD-4F07-97E0-A3EBBE68B9F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570F78B-7201-4A06-9FC6-37725CD1733B}">
      <dgm:prSet/>
      <dgm:spPr/>
      <dgm:t>
        <a:bodyPr/>
        <a:lstStyle/>
        <a:p>
          <a:r>
            <a:rPr lang="en-US"/>
            <a:t>Trusted IT partner.</a:t>
          </a:r>
        </a:p>
      </dgm:t>
    </dgm:pt>
    <dgm:pt modelId="{D4DAF0B4-1102-4609-8420-AF0B9E7F5BA2}" type="parTrans" cxnId="{738B1AE8-8A94-4CEF-BC8E-58A42A375D9E}">
      <dgm:prSet/>
      <dgm:spPr/>
      <dgm:t>
        <a:bodyPr/>
        <a:lstStyle/>
        <a:p>
          <a:endParaRPr lang="en-US"/>
        </a:p>
      </dgm:t>
    </dgm:pt>
    <dgm:pt modelId="{89749462-B9FC-4B81-83B1-4B9606D127DA}" type="sibTrans" cxnId="{738B1AE8-8A94-4CEF-BC8E-58A42A375D9E}">
      <dgm:prSet/>
      <dgm:spPr/>
      <dgm:t>
        <a:bodyPr/>
        <a:lstStyle/>
        <a:p>
          <a:endParaRPr lang="en-US"/>
        </a:p>
      </dgm:t>
    </dgm:pt>
    <dgm:pt modelId="{6FB73A6F-A80B-4B2C-80FB-1F8210185453}">
      <dgm:prSet/>
      <dgm:spPr/>
      <dgm:t>
        <a:bodyPr/>
        <a:lstStyle/>
        <a:p>
          <a:r>
            <a:rPr lang="en-US"/>
            <a:t>Strong digital solutions.</a:t>
          </a:r>
        </a:p>
      </dgm:t>
    </dgm:pt>
    <dgm:pt modelId="{B8CD6B43-9E2C-4E16-A3DF-9072752235B9}" type="parTrans" cxnId="{662B11D7-3679-43DC-A5D1-0AACF27FC80A}">
      <dgm:prSet/>
      <dgm:spPr/>
      <dgm:t>
        <a:bodyPr/>
        <a:lstStyle/>
        <a:p>
          <a:endParaRPr lang="en-US"/>
        </a:p>
      </dgm:t>
    </dgm:pt>
    <dgm:pt modelId="{13EEE79E-4898-4F65-B4F4-E74ACF68AAA5}" type="sibTrans" cxnId="{662B11D7-3679-43DC-A5D1-0AACF27FC80A}">
      <dgm:prSet/>
      <dgm:spPr/>
      <dgm:t>
        <a:bodyPr/>
        <a:lstStyle/>
        <a:p>
          <a:endParaRPr lang="en-US"/>
        </a:p>
      </dgm:t>
    </dgm:pt>
    <dgm:pt modelId="{CBF8C77C-7347-4F8C-92AA-36637D6F5EE4}">
      <dgm:prSet/>
      <dgm:spPr/>
      <dgm:t>
        <a:bodyPr/>
        <a:lstStyle/>
        <a:p>
          <a:r>
            <a:rPr lang="en-US"/>
            <a:t>Global reach.</a:t>
          </a:r>
        </a:p>
      </dgm:t>
    </dgm:pt>
    <dgm:pt modelId="{0F40DE6C-CDAF-4746-A0B5-C8F21F48102D}" type="parTrans" cxnId="{8CFCB7A3-6EF5-4215-A872-95FE37F43896}">
      <dgm:prSet/>
      <dgm:spPr/>
      <dgm:t>
        <a:bodyPr/>
        <a:lstStyle/>
        <a:p>
          <a:endParaRPr lang="en-US"/>
        </a:p>
      </dgm:t>
    </dgm:pt>
    <dgm:pt modelId="{08AA7660-763E-4513-AFDA-869156D0FBD9}" type="sibTrans" cxnId="{8CFCB7A3-6EF5-4215-A872-95FE37F43896}">
      <dgm:prSet/>
      <dgm:spPr/>
      <dgm:t>
        <a:bodyPr/>
        <a:lstStyle/>
        <a:p>
          <a:endParaRPr lang="en-US"/>
        </a:p>
      </dgm:t>
    </dgm:pt>
    <dgm:pt modelId="{EB19B154-C3B5-4950-9DEA-2B65F19B6E5E}">
      <dgm:prSet/>
      <dgm:spPr/>
      <dgm:t>
        <a:bodyPr/>
        <a:lstStyle/>
        <a:p>
          <a:r>
            <a:rPr lang="en-US"/>
            <a:t>Continuous innovation.</a:t>
          </a:r>
        </a:p>
      </dgm:t>
    </dgm:pt>
    <dgm:pt modelId="{20CE3436-7CE5-4BB7-951B-44DA86E28D1D}" type="parTrans" cxnId="{8CCBD9B0-48AB-4605-AA29-0BA852F4EF25}">
      <dgm:prSet/>
      <dgm:spPr/>
      <dgm:t>
        <a:bodyPr/>
        <a:lstStyle/>
        <a:p>
          <a:endParaRPr lang="en-US"/>
        </a:p>
      </dgm:t>
    </dgm:pt>
    <dgm:pt modelId="{A006BDEE-081E-4A3B-BD45-D447EE1C71CD}" type="sibTrans" cxnId="{8CCBD9B0-48AB-4605-AA29-0BA852F4EF25}">
      <dgm:prSet/>
      <dgm:spPr/>
      <dgm:t>
        <a:bodyPr/>
        <a:lstStyle/>
        <a:p>
          <a:endParaRPr lang="en-US"/>
        </a:p>
      </dgm:t>
    </dgm:pt>
    <dgm:pt modelId="{C2B52E8F-E704-44AA-9EAB-9A26F44000BA}" type="pres">
      <dgm:prSet presAssocID="{5BD53E8B-77BD-4F07-97E0-A3EBBE68B9F9}" presName="root" presStyleCnt="0">
        <dgm:presLayoutVars>
          <dgm:dir/>
          <dgm:resizeHandles val="exact"/>
        </dgm:presLayoutVars>
      </dgm:prSet>
      <dgm:spPr/>
    </dgm:pt>
    <dgm:pt modelId="{A0F8F03B-59CD-4689-80DD-08965D1EFD5C}" type="pres">
      <dgm:prSet presAssocID="{E570F78B-7201-4A06-9FC6-37725CD1733B}" presName="compNode" presStyleCnt="0"/>
      <dgm:spPr/>
    </dgm:pt>
    <dgm:pt modelId="{0D82FDF8-7D08-490C-BB6A-5505A3DEAE5D}" type="pres">
      <dgm:prSet presAssocID="{E570F78B-7201-4A06-9FC6-37725CD1733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AD25151E-513B-46EA-84FC-B4D59B801A95}" type="pres">
      <dgm:prSet presAssocID="{E570F78B-7201-4A06-9FC6-37725CD1733B}" presName="spaceRect" presStyleCnt="0"/>
      <dgm:spPr/>
    </dgm:pt>
    <dgm:pt modelId="{812A3F76-2E38-4D9D-BCC9-C67F1D4A3F44}" type="pres">
      <dgm:prSet presAssocID="{E570F78B-7201-4A06-9FC6-37725CD1733B}" presName="textRect" presStyleLbl="revTx" presStyleIdx="0" presStyleCnt="4">
        <dgm:presLayoutVars>
          <dgm:chMax val="1"/>
          <dgm:chPref val="1"/>
        </dgm:presLayoutVars>
      </dgm:prSet>
      <dgm:spPr/>
    </dgm:pt>
    <dgm:pt modelId="{A17F666C-1253-489A-BC24-8FAEC2E6701C}" type="pres">
      <dgm:prSet presAssocID="{89749462-B9FC-4B81-83B1-4B9606D127DA}" presName="sibTrans" presStyleCnt="0"/>
      <dgm:spPr/>
    </dgm:pt>
    <dgm:pt modelId="{08138506-5391-45E6-81D0-30DEB43B0531}" type="pres">
      <dgm:prSet presAssocID="{6FB73A6F-A80B-4B2C-80FB-1F8210185453}" presName="compNode" presStyleCnt="0"/>
      <dgm:spPr/>
    </dgm:pt>
    <dgm:pt modelId="{CA1F76FA-C0EF-4C0E-B0BC-2FFCDD4E084C}" type="pres">
      <dgm:prSet presAssocID="{6FB73A6F-A80B-4B2C-80FB-1F821018545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et"/>
        </a:ext>
      </dgm:extLst>
    </dgm:pt>
    <dgm:pt modelId="{98211F3B-665D-4F55-A538-2A82B3F6B9E3}" type="pres">
      <dgm:prSet presAssocID="{6FB73A6F-A80B-4B2C-80FB-1F8210185453}" presName="spaceRect" presStyleCnt="0"/>
      <dgm:spPr/>
    </dgm:pt>
    <dgm:pt modelId="{E3436714-D080-4AFD-8583-6A49503F38C7}" type="pres">
      <dgm:prSet presAssocID="{6FB73A6F-A80B-4B2C-80FB-1F8210185453}" presName="textRect" presStyleLbl="revTx" presStyleIdx="1" presStyleCnt="4">
        <dgm:presLayoutVars>
          <dgm:chMax val="1"/>
          <dgm:chPref val="1"/>
        </dgm:presLayoutVars>
      </dgm:prSet>
      <dgm:spPr/>
    </dgm:pt>
    <dgm:pt modelId="{E9F89629-ABBF-44B8-A095-694052EC273A}" type="pres">
      <dgm:prSet presAssocID="{13EEE79E-4898-4F65-B4F4-E74ACF68AAA5}" presName="sibTrans" presStyleCnt="0"/>
      <dgm:spPr/>
    </dgm:pt>
    <dgm:pt modelId="{84D54A74-B62E-468F-891E-F72FF8492ED5}" type="pres">
      <dgm:prSet presAssocID="{CBF8C77C-7347-4F8C-92AA-36637D6F5EE4}" presName="compNode" presStyleCnt="0"/>
      <dgm:spPr/>
    </dgm:pt>
    <dgm:pt modelId="{48F5F294-8D6B-4AAB-8E59-63A35A7D8D25}" type="pres">
      <dgm:prSet presAssocID="{CBF8C77C-7347-4F8C-92AA-36637D6F5EE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D8C0F85F-CBCC-44D9-816B-D5F2A5DDC546}" type="pres">
      <dgm:prSet presAssocID="{CBF8C77C-7347-4F8C-92AA-36637D6F5EE4}" presName="spaceRect" presStyleCnt="0"/>
      <dgm:spPr/>
    </dgm:pt>
    <dgm:pt modelId="{FEC411F3-9F74-41CC-BCDA-4CF9D813ADED}" type="pres">
      <dgm:prSet presAssocID="{CBF8C77C-7347-4F8C-92AA-36637D6F5EE4}" presName="textRect" presStyleLbl="revTx" presStyleIdx="2" presStyleCnt="4">
        <dgm:presLayoutVars>
          <dgm:chMax val="1"/>
          <dgm:chPref val="1"/>
        </dgm:presLayoutVars>
      </dgm:prSet>
      <dgm:spPr/>
    </dgm:pt>
    <dgm:pt modelId="{3DE09EFD-4B51-486E-8BBF-CD566E902A72}" type="pres">
      <dgm:prSet presAssocID="{08AA7660-763E-4513-AFDA-869156D0FBD9}" presName="sibTrans" presStyleCnt="0"/>
      <dgm:spPr/>
    </dgm:pt>
    <dgm:pt modelId="{DF6798DC-074D-4628-8C4E-2188404BB44A}" type="pres">
      <dgm:prSet presAssocID="{EB19B154-C3B5-4950-9DEA-2B65F19B6E5E}" presName="compNode" presStyleCnt="0"/>
      <dgm:spPr/>
    </dgm:pt>
    <dgm:pt modelId="{B24D6C59-9887-4541-B449-AD7136E2B8E9}" type="pres">
      <dgm:prSet presAssocID="{EB19B154-C3B5-4950-9DEA-2B65F19B6E5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981CF16F-6382-4E36-9CA6-76B8CFC03BFE}" type="pres">
      <dgm:prSet presAssocID="{EB19B154-C3B5-4950-9DEA-2B65F19B6E5E}" presName="spaceRect" presStyleCnt="0"/>
      <dgm:spPr/>
    </dgm:pt>
    <dgm:pt modelId="{3D5ADCF6-FF07-4F51-B067-985DE686BF0D}" type="pres">
      <dgm:prSet presAssocID="{EB19B154-C3B5-4950-9DEA-2B65F19B6E5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615C466-D07B-4FCA-A1EE-EA4303CE84F9}" type="presOf" srcId="{E570F78B-7201-4A06-9FC6-37725CD1733B}" destId="{812A3F76-2E38-4D9D-BCC9-C67F1D4A3F44}" srcOrd="0" destOrd="0" presId="urn:microsoft.com/office/officeart/2018/2/layout/IconLabelList"/>
    <dgm:cxn modelId="{C13EDD6B-DBF1-4957-B466-B22996556975}" type="presOf" srcId="{5BD53E8B-77BD-4F07-97E0-A3EBBE68B9F9}" destId="{C2B52E8F-E704-44AA-9EAB-9A26F44000BA}" srcOrd="0" destOrd="0" presId="urn:microsoft.com/office/officeart/2018/2/layout/IconLabelList"/>
    <dgm:cxn modelId="{1E1E5B84-8BEB-4105-887F-BED298D64C4C}" type="presOf" srcId="{EB19B154-C3B5-4950-9DEA-2B65F19B6E5E}" destId="{3D5ADCF6-FF07-4F51-B067-985DE686BF0D}" srcOrd="0" destOrd="0" presId="urn:microsoft.com/office/officeart/2018/2/layout/IconLabelList"/>
    <dgm:cxn modelId="{8CFCB7A3-6EF5-4215-A872-95FE37F43896}" srcId="{5BD53E8B-77BD-4F07-97E0-A3EBBE68B9F9}" destId="{CBF8C77C-7347-4F8C-92AA-36637D6F5EE4}" srcOrd="2" destOrd="0" parTransId="{0F40DE6C-CDAF-4746-A0B5-C8F21F48102D}" sibTransId="{08AA7660-763E-4513-AFDA-869156D0FBD9}"/>
    <dgm:cxn modelId="{392AAEA4-2051-4BFC-82CA-CC7C37C7D0D9}" type="presOf" srcId="{6FB73A6F-A80B-4B2C-80FB-1F8210185453}" destId="{E3436714-D080-4AFD-8583-6A49503F38C7}" srcOrd="0" destOrd="0" presId="urn:microsoft.com/office/officeart/2018/2/layout/IconLabelList"/>
    <dgm:cxn modelId="{8CCBD9B0-48AB-4605-AA29-0BA852F4EF25}" srcId="{5BD53E8B-77BD-4F07-97E0-A3EBBE68B9F9}" destId="{EB19B154-C3B5-4950-9DEA-2B65F19B6E5E}" srcOrd="3" destOrd="0" parTransId="{20CE3436-7CE5-4BB7-951B-44DA86E28D1D}" sibTransId="{A006BDEE-081E-4A3B-BD45-D447EE1C71CD}"/>
    <dgm:cxn modelId="{662B11D7-3679-43DC-A5D1-0AACF27FC80A}" srcId="{5BD53E8B-77BD-4F07-97E0-A3EBBE68B9F9}" destId="{6FB73A6F-A80B-4B2C-80FB-1F8210185453}" srcOrd="1" destOrd="0" parTransId="{B8CD6B43-9E2C-4E16-A3DF-9072752235B9}" sibTransId="{13EEE79E-4898-4F65-B4F4-E74ACF68AAA5}"/>
    <dgm:cxn modelId="{738B1AE8-8A94-4CEF-BC8E-58A42A375D9E}" srcId="{5BD53E8B-77BD-4F07-97E0-A3EBBE68B9F9}" destId="{E570F78B-7201-4A06-9FC6-37725CD1733B}" srcOrd="0" destOrd="0" parTransId="{D4DAF0B4-1102-4609-8420-AF0B9E7F5BA2}" sibTransId="{89749462-B9FC-4B81-83B1-4B9606D127DA}"/>
    <dgm:cxn modelId="{D734AFF1-2BC5-4E55-9D77-ECF2417FFB67}" type="presOf" srcId="{CBF8C77C-7347-4F8C-92AA-36637D6F5EE4}" destId="{FEC411F3-9F74-41CC-BCDA-4CF9D813ADED}" srcOrd="0" destOrd="0" presId="urn:microsoft.com/office/officeart/2018/2/layout/IconLabelList"/>
    <dgm:cxn modelId="{56FFFFE5-7A2E-469B-B1C5-0846EAF08E1C}" type="presParOf" srcId="{C2B52E8F-E704-44AA-9EAB-9A26F44000BA}" destId="{A0F8F03B-59CD-4689-80DD-08965D1EFD5C}" srcOrd="0" destOrd="0" presId="urn:microsoft.com/office/officeart/2018/2/layout/IconLabelList"/>
    <dgm:cxn modelId="{537B5B6C-125C-44CD-9087-64EE46C3D4C1}" type="presParOf" srcId="{A0F8F03B-59CD-4689-80DD-08965D1EFD5C}" destId="{0D82FDF8-7D08-490C-BB6A-5505A3DEAE5D}" srcOrd="0" destOrd="0" presId="urn:microsoft.com/office/officeart/2018/2/layout/IconLabelList"/>
    <dgm:cxn modelId="{3DED0A08-D2E8-4ED7-955E-E5ADC4B18857}" type="presParOf" srcId="{A0F8F03B-59CD-4689-80DD-08965D1EFD5C}" destId="{AD25151E-513B-46EA-84FC-B4D59B801A95}" srcOrd="1" destOrd="0" presId="urn:microsoft.com/office/officeart/2018/2/layout/IconLabelList"/>
    <dgm:cxn modelId="{012D3A04-0558-484D-9127-3B93340D8AAD}" type="presParOf" srcId="{A0F8F03B-59CD-4689-80DD-08965D1EFD5C}" destId="{812A3F76-2E38-4D9D-BCC9-C67F1D4A3F44}" srcOrd="2" destOrd="0" presId="urn:microsoft.com/office/officeart/2018/2/layout/IconLabelList"/>
    <dgm:cxn modelId="{8E015F94-C3F8-4D9B-981A-6C9FC5D94A7C}" type="presParOf" srcId="{C2B52E8F-E704-44AA-9EAB-9A26F44000BA}" destId="{A17F666C-1253-489A-BC24-8FAEC2E6701C}" srcOrd="1" destOrd="0" presId="urn:microsoft.com/office/officeart/2018/2/layout/IconLabelList"/>
    <dgm:cxn modelId="{A8F77C2B-2A2D-4E8A-980E-A22A5C7C220C}" type="presParOf" srcId="{C2B52E8F-E704-44AA-9EAB-9A26F44000BA}" destId="{08138506-5391-45E6-81D0-30DEB43B0531}" srcOrd="2" destOrd="0" presId="urn:microsoft.com/office/officeart/2018/2/layout/IconLabelList"/>
    <dgm:cxn modelId="{4F61E914-4C20-4A2C-96EA-32BAABE38226}" type="presParOf" srcId="{08138506-5391-45E6-81D0-30DEB43B0531}" destId="{CA1F76FA-C0EF-4C0E-B0BC-2FFCDD4E084C}" srcOrd="0" destOrd="0" presId="urn:microsoft.com/office/officeart/2018/2/layout/IconLabelList"/>
    <dgm:cxn modelId="{720F8D43-84E3-41F4-9E7B-0719076A6E31}" type="presParOf" srcId="{08138506-5391-45E6-81D0-30DEB43B0531}" destId="{98211F3B-665D-4F55-A538-2A82B3F6B9E3}" srcOrd="1" destOrd="0" presId="urn:microsoft.com/office/officeart/2018/2/layout/IconLabelList"/>
    <dgm:cxn modelId="{D4D69533-11A0-4D6A-B82B-383F5378AE91}" type="presParOf" srcId="{08138506-5391-45E6-81D0-30DEB43B0531}" destId="{E3436714-D080-4AFD-8583-6A49503F38C7}" srcOrd="2" destOrd="0" presId="urn:microsoft.com/office/officeart/2018/2/layout/IconLabelList"/>
    <dgm:cxn modelId="{E902A7DB-0D6C-44C5-808F-317CFB6F7606}" type="presParOf" srcId="{C2B52E8F-E704-44AA-9EAB-9A26F44000BA}" destId="{E9F89629-ABBF-44B8-A095-694052EC273A}" srcOrd="3" destOrd="0" presId="urn:microsoft.com/office/officeart/2018/2/layout/IconLabelList"/>
    <dgm:cxn modelId="{66EB121F-B865-47A1-80AE-D58AA3A4F79E}" type="presParOf" srcId="{C2B52E8F-E704-44AA-9EAB-9A26F44000BA}" destId="{84D54A74-B62E-468F-891E-F72FF8492ED5}" srcOrd="4" destOrd="0" presId="urn:microsoft.com/office/officeart/2018/2/layout/IconLabelList"/>
    <dgm:cxn modelId="{E71E2072-35DC-4DCA-B8E5-CF2B6BEC006D}" type="presParOf" srcId="{84D54A74-B62E-468F-891E-F72FF8492ED5}" destId="{48F5F294-8D6B-4AAB-8E59-63A35A7D8D25}" srcOrd="0" destOrd="0" presId="urn:microsoft.com/office/officeart/2018/2/layout/IconLabelList"/>
    <dgm:cxn modelId="{CBAB3042-1C16-48BA-9D87-D383990B686A}" type="presParOf" srcId="{84D54A74-B62E-468F-891E-F72FF8492ED5}" destId="{D8C0F85F-CBCC-44D9-816B-D5F2A5DDC546}" srcOrd="1" destOrd="0" presId="urn:microsoft.com/office/officeart/2018/2/layout/IconLabelList"/>
    <dgm:cxn modelId="{35570285-EF95-4531-8237-56DDA8490D24}" type="presParOf" srcId="{84D54A74-B62E-468F-891E-F72FF8492ED5}" destId="{FEC411F3-9F74-41CC-BCDA-4CF9D813ADED}" srcOrd="2" destOrd="0" presId="urn:microsoft.com/office/officeart/2018/2/layout/IconLabelList"/>
    <dgm:cxn modelId="{59832D72-4294-4530-B011-22AA8354ACCA}" type="presParOf" srcId="{C2B52E8F-E704-44AA-9EAB-9A26F44000BA}" destId="{3DE09EFD-4B51-486E-8BBF-CD566E902A72}" srcOrd="5" destOrd="0" presId="urn:microsoft.com/office/officeart/2018/2/layout/IconLabelList"/>
    <dgm:cxn modelId="{39C6646D-59D8-4D4F-BA05-809FD2C7084D}" type="presParOf" srcId="{C2B52E8F-E704-44AA-9EAB-9A26F44000BA}" destId="{DF6798DC-074D-4628-8C4E-2188404BB44A}" srcOrd="6" destOrd="0" presId="urn:microsoft.com/office/officeart/2018/2/layout/IconLabelList"/>
    <dgm:cxn modelId="{C2685BC9-EC9A-4458-AEFA-A043591BD2ED}" type="presParOf" srcId="{DF6798DC-074D-4628-8C4E-2188404BB44A}" destId="{B24D6C59-9887-4541-B449-AD7136E2B8E9}" srcOrd="0" destOrd="0" presId="urn:microsoft.com/office/officeart/2018/2/layout/IconLabelList"/>
    <dgm:cxn modelId="{407C98CF-4D60-4373-B887-B63E8F6B73A3}" type="presParOf" srcId="{DF6798DC-074D-4628-8C4E-2188404BB44A}" destId="{981CF16F-6382-4E36-9CA6-76B8CFC03BFE}" srcOrd="1" destOrd="0" presId="urn:microsoft.com/office/officeart/2018/2/layout/IconLabelList"/>
    <dgm:cxn modelId="{575C8AC6-9D5D-4B73-B266-DCA69ADE25DF}" type="presParOf" srcId="{DF6798DC-074D-4628-8C4E-2188404BB44A}" destId="{3D5ADCF6-FF07-4F51-B067-985DE686BF0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684C7B4-773D-4DD9-9816-AEC2F78E379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ADE1FD0-F800-4974-9BC5-BEADD45275FD}">
      <dgm:prSet/>
      <dgm:spPr/>
      <dgm:t>
        <a:bodyPr/>
        <a:lstStyle/>
        <a:p>
          <a:r>
            <a:rPr lang="en-US"/>
            <a:t>HCL is a global IT leader.</a:t>
          </a:r>
        </a:p>
      </dgm:t>
    </dgm:pt>
    <dgm:pt modelId="{40BF9D8A-11F3-42E8-80A6-D9AD7F76306D}" type="parTrans" cxnId="{2E4688B9-4D8F-43FE-AF6C-7B16BCFBF924}">
      <dgm:prSet/>
      <dgm:spPr/>
      <dgm:t>
        <a:bodyPr/>
        <a:lstStyle/>
        <a:p>
          <a:endParaRPr lang="en-US"/>
        </a:p>
      </dgm:t>
    </dgm:pt>
    <dgm:pt modelId="{68201E3F-A32B-4D1F-AB85-664E486DAF21}" type="sibTrans" cxnId="{2E4688B9-4D8F-43FE-AF6C-7B16BCFBF924}">
      <dgm:prSet/>
      <dgm:spPr/>
      <dgm:t>
        <a:bodyPr/>
        <a:lstStyle/>
        <a:p>
          <a:endParaRPr lang="en-US"/>
        </a:p>
      </dgm:t>
    </dgm:pt>
    <dgm:pt modelId="{A09BC6C5-4246-4CE3-BDF4-E2C9D5FCBD15}">
      <dgm:prSet/>
      <dgm:spPr/>
      <dgm:t>
        <a:bodyPr/>
        <a:lstStyle/>
        <a:p>
          <a:r>
            <a:rPr lang="en-US"/>
            <a:t>Strong in digital transformation.</a:t>
          </a:r>
        </a:p>
      </dgm:t>
    </dgm:pt>
    <dgm:pt modelId="{BCC8A1BD-0D40-4E07-834A-1917FB1079F7}" type="parTrans" cxnId="{F07AF2C9-8AF1-49B2-AE88-DF308B823D1A}">
      <dgm:prSet/>
      <dgm:spPr/>
      <dgm:t>
        <a:bodyPr/>
        <a:lstStyle/>
        <a:p>
          <a:endParaRPr lang="en-US"/>
        </a:p>
      </dgm:t>
    </dgm:pt>
    <dgm:pt modelId="{9A3AF415-E690-4C60-BB05-E9FEACDA113A}" type="sibTrans" cxnId="{F07AF2C9-8AF1-49B2-AE88-DF308B823D1A}">
      <dgm:prSet/>
      <dgm:spPr/>
      <dgm:t>
        <a:bodyPr/>
        <a:lstStyle/>
        <a:p>
          <a:endParaRPr lang="en-US"/>
        </a:p>
      </dgm:t>
    </dgm:pt>
    <dgm:pt modelId="{D2546136-98C4-4674-BC2E-B761748208CB}">
      <dgm:prSet/>
      <dgm:spPr/>
      <dgm:t>
        <a:bodyPr/>
        <a:lstStyle/>
        <a:p>
          <a:r>
            <a:rPr lang="en-US"/>
            <a:t>Future-focused company.</a:t>
          </a:r>
        </a:p>
      </dgm:t>
    </dgm:pt>
    <dgm:pt modelId="{9E3BDE0C-F86E-46A5-B288-C5A80EC44309}" type="parTrans" cxnId="{DDD54BF0-8C74-441D-BC9B-99F0118E0116}">
      <dgm:prSet/>
      <dgm:spPr/>
      <dgm:t>
        <a:bodyPr/>
        <a:lstStyle/>
        <a:p>
          <a:endParaRPr lang="en-US"/>
        </a:p>
      </dgm:t>
    </dgm:pt>
    <dgm:pt modelId="{27DB867B-FE4B-432C-BA60-3511077C9DA7}" type="sibTrans" cxnId="{DDD54BF0-8C74-441D-BC9B-99F0118E0116}">
      <dgm:prSet/>
      <dgm:spPr/>
      <dgm:t>
        <a:bodyPr/>
        <a:lstStyle/>
        <a:p>
          <a:endParaRPr lang="en-US"/>
        </a:p>
      </dgm:t>
    </dgm:pt>
    <dgm:pt modelId="{AE3858A6-4F72-4AE0-8CC2-3FB1FAE7D725}" type="pres">
      <dgm:prSet presAssocID="{0684C7B4-773D-4DD9-9816-AEC2F78E379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AFC52BC-AEB8-4085-A45E-31B25CE45871}" type="pres">
      <dgm:prSet presAssocID="{BADE1FD0-F800-4974-9BC5-BEADD45275FD}" presName="hierRoot1" presStyleCnt="0"/>
      <dgm:spPr/>
    </dgm:pt>
    <dgm:pt modelId="{6D571D02-DC2F-4DC0-926C-B6DA0136FBD1}" type="pres">
      <dgm:prSet presAssocID="{BADE1FD0-F800-4974-9BC5-BEADD45275FD}" presName="composite" presStyleCnt="0"/>
      <dgm:spPr/>
    </dgm:pt>
    <dgm:pt modelId="{7BD7C250-A4E4-49AF-8EC5-619EFD31BBBE}" type="pres">
      <dgm:prSet presAssocID="{BADE1FD0-F800-4974-9BC5-BEADD45275FD}" presName="background" presStyleLbl="node0" presStyleIdx="0" presStyleCnt="3"/>
      <dgm:spPr/>
    </dgm:pt>
    <dgm:pt modelId="{0B1021AA-F510-4ADF-9581-BDFC9F1FD65A}" type="pres">
      <dgm:prSet presAssocID="{BADE1FD0-F800-4974-9BC5-BEADD45275FD}" presName="text" presStyleLbl="fgAcc0" presStyleIdx="0" presStyleCnt="3">
        <dgm:presLayoutVars>
          <dgm:chPref val="3"/>
        </dgm:presLayoutVars>
      </dgm:prSet>
      <dgm:spPr/>
    </dgm:pt>
    <dgm:pt modelId="{4B044ED9-5A37-4C09-A8AA-C7C7A8031FDB}" type="pres">
      <dgm:prSet presAssocID="{BADE1FD0-F800-4974-9BC5-BEADD45275FD}" presName="hierChild2" presStyleCnt="0"/>
      <dgm:spPr/>
    </dgm:pt>
    <dgm:pt modelId="{7A28D198-7ED3-4F8C-87E8-5BB2BC68B953}" type="pres">
      <dgm:prSet presAssocID="{A09BC6C5-4246-4CE3-BDF4-E2C9D5FCBD15}" presName="hierRoot1" presStyleCnt="0"/>
      <dgm:spPr/>
    </dgm:pt>
    <dgm:pt modelId="{E5756AED-67C0-4BAE-821B-D5E4B3DBB0B7}" type="pres">
      <dgm:prSet presAssocID="{A09BC6C5-4246-4CE3-BDF4-E2C9D5FCBD15}" presName="composite" presStyleCnt="0"/>
      <dgm:spPr/>
    </dgm:pt>
    <dgm:pt modelId="{BBE8804A-90F8-49CC-9541-9D703092958B}" type="pres">
      <dgm:prSet presAssocID="{A09BC6C5-4246-4CE3-BDF4-E2C9D5FCBD15}" presName="background" presStyleLbl="node0" presStyleIdx="1" presStyleCnt="3"/>
      <dgm:spPr/>
    </dgm:pt>
    <dgm:pt modelId="{6342F80C-BD98-4682-8C5E-45AC6BE62E59}" type="pres">
      <dgm:prSet presAssocID="{A09BC6C5-4246-4CE3-BDF4-E2C9D5FCBD15}" presName="text" presStyleLbl="fgAcc0" presStyleIdx="1" presStyleCnt="3">
        <dgm:presLayoutVars>
          <dgm:chPref val="3"/>
        </dgm:presLayoutVars>
      </dgm:prSet>
      <dgm:spPr/>
    </dgm:pt>
    <dgm:pt modelId="{3A09BE08-7E7E-46BC-9339-9FCE105F776F}" type="pres">
      <dgm:prSet presAssocID="{A09BC6C5-4246-4CE3-BDF4-E2C9D5FCBD15}" presName="hierChild2" presStyleCnt="0"/>
      <dgm:spPr/>
    </dgm:pt>
    <dgm:pt modelId="{6EE1B70F-A93A-4305-B146-C70A154CD6F7}" type="pres">
      <dgm:prSet presAssocID="{D2546136-98C4-4674-BC2E-B761748208CB}" presName="hierRoot1" presStyleCnt="0"/>
      <dgm:spPr/>
    </dgm:pt>
    <dgm:pt modelId="{3C408D67-AF55-4587-A640-5FD03AE63969}" type="pres">
      <dgm:prSet presAssocID="{D2546136-98C4-4674-BC2E-B761748208CB}" presName="composite" presStyleCnt="0"/>
      <dgm:spPr/>
    </dgm:pt>
    <dgm:pt modelId="{1DA04DBF-69C5-4FF6-B8F4-30594FDBC1DA}" type="pres">
      <dgm:prSet presAssocID="{D2546136-98C4-4674-BC2E-B761748208CB}" presName="background" presStyleLbl="node0" presStyleIdx="2" presStyleCnt="3"/>
      <dgm:spPr/>
    </dgm:pt>
    <dgm:pt modelId="{6BECB9EE-3691-4DB0-A125-2A334FD185BA}" type="pres">
      <dgm:prSet presAssocID="{D2546136-98C4-4674-BC2E-B761748208CB}" presName="text" presStyleLbl="fgAcc0" presStyleIdx="2" presStyleCnt="3">
        <dgm:presLayoutVars>
          <dgm:chPref val="3"/>
        </dgm:presLayoutVars>
      </dgm:prSet>
      <dgm:spPr/>
    </dgm:pt>
    <dgm:pt modelId="{68E8E2CD-6B48-40FB-AB2B-8AA55273F030}" type="pres">
      <dgm:prSet presAssocID="{D2546136-98C4-4674-BC2E-B761748208CB}" presName="hierChild2" presStyleCnt="0"/>
      <dgm:spPr/>
    </dgm:pt>
  </dgm:ptLst>
  <dgm:cxnLst>
    <dgm:cxn modelId="{2C077428-25EF-4051-B64A-8AAA21A0C8F9}" type="presOf" srcId="{D2546136-98C4-4674-BC2E-B761748208CB}" destId="{6BECB9EE-3691-4DB0-A125-2A334FD185BA}" srcOrd="0" destOrd="0" presId="urn:microsoft.com/office/officeart/2005/8/layout/hierarchy1"/>
    <dgm:cxn modelId="{255AF33B-024F-4D8E-85C3-3FC278AF33DD}" type="presOf" srcId="{0684C7B4-773D-4DD9-9816-AEC2F78E379C}" destId="{AE3858A6-4F72-4AE0-8CC2-3FB1FAE7D725}" srcOrd="0" destOrd="0" presId="urn:microsoft.com/office/officeart/2005/8/layout/hierarchy1"/>
    <dgm:cxn modelId="{2B83FD6A-0ADB-49D4-B6B8-A67872E8B809}" type="presOf" srcId="{A09BC6C5-4246-4CE3-BDF4-E2C9D5FCBD15}" destId="{6342F80C-BD98-4682-8C5E-45AC6BE62E59}" srcOrd="0" destOrd="0" presId="urn:microsoft.com/office/officeart/2005/8/layout/hierarchy1"/>
    <dgm:cxn modelId="{2E4688B9-4D8F-43FE-AF6C-7B16BCFBF924}" srcId="{0684C7B4-773D-4DD9-9816-AEC2F78E379C}" destId="{BADE1FD0-F800-4974-9BC5-BEADD45275FD}" srcOrd="0" destOrd="0" parTransId="{40BF9D8A-11F3-42E8-80A6-D9AD7F76306D}" sibTransId="{68201E3F-A32B-4D1F-AB85-664E486DAF21}"/>
    <dgm:cxn modelId="{84119AC5-D1CC-406C-B96D-D102A2EC8AC9}" type="presOf" srcId="{BADE1FD0-F800-4974-9BC5-BEADD45275FD}" destId="{0B1021AA-F510-4ADF-9581-BDFC9F1FD65A}" srcOrd="0" destOrd="0" presId="urn:microsoft.com/office/officeart/2005/8/layout/hierarchy1"/>
    <dgm:cxn modelId="{F07AF2C9-8AF1-49B2-AE88-DF308B823D1A}" srcId="{0684C7B4-773D-4DD9-9816-AEC2F78E379C}" destId="{A09BC6C5-4246-4CE3-BDF4-E2C9D5FCBD15}" srcOrd="1" destOrd="0" parTransId="{BCC8A1BD-0D40-4E07-834A-1917FB1079F7}" sibTransId="{9A3AF415-E690-4C60-BB05-E9FEACDA113A}"/>
    <dgm:cxn modelId="{DDD54BF0-8C74-441D-BC9B-99F0118E0116}" srcId="{0684C7B4-773D-4DD9-9816-AEC2F78E379C}" destId="{D2546136-98C4-4674-BC2E-B761748208CB}" srcOrd="2" destOrd="0" parTransId="{9E3BDE0C-F86E-46A5-B288-C5A80EC44309}" sibTransId="{27DB867B-FE4B-432C-BA60-3511077C9DA7}"/>
    <dgm:cxn modelId="{53C4A533-44F0-4C1E-BCC2-A78CD5228868}" type="presParOf" srcId="{AE3858A6-4F72-4AE0-8CC2-3FB1FAE7D725}" destId="{9AFC52BC-AEB8-4085-A45E-31B25CE45871}" srcOrd="0" destOrd="0" presId="urn:microsoft.com/office/officeart/2005/8/layout/hierarchy1"/>
    <dgm:cxn modelId="{DA9555DB-A255-43E3-B4B4-0BABE2890410}" type="presParOf" srcId="{9AFC52BC-AEB8-4085-A45E-31B25CE45871}" destId="{6D571D02-DC2F-4DC0-926C-B6DA0136FBD1}" srcOrd="0" destOrd="0" presId="urn:microsoft.com/office/officeart/2005/8/layout/hierarchy1"/>
    <dgm:cxn modelId="{070BB0A7-2CF4-4D15-A4E5-F9CB696624B3}" type="presParOf" srcId="{6D571D02-DC2F-4DC0-926C-B6DA0136FBD1}" destId="{7BD7C250-A4E4-49AF-8EC5-619EFD31BBBE}" srcOrd="0" destOrd="0" presId="urn:microsoft.com/office/officeart/2005/8/layout/hierarchy1"/>
    <dgm:cxn modelId="{1195769D-DE27-4628-8CF5-64770234B263}" type="presParOf" srcId="{6D571D02-DC2F-4DC0-926C-B6DA0136FBD1}" destId="{0B1021AA-F510-4ADF-9581-BDFC9F1FD65A}" srcOrd="1" destOrd="0" presId="urn:microsoft.com/office/officeart/2005/8/layout/hierarchy1"/>
    <dgm:cxn modelId="{90618A7B-00A2-4DC6-9AE8-F064D55AD4E0}" type="presParOf" srcId="{9AFC52BC-AEB8-4085-A45E-31B25CE45871}" destId="{4B044ED9-5A37-4C09-A8AA-C7C7A8031FDB}" srcOrd="1" destOrd="0" presId="urn:microsoft.com/office/officeart/2005/8/layout/hierarchy1"/>
    <dgm:cxn modelId="{C92B6BBD-3617-44E9-A956-FD90314E7EBD}" type="presParOf" srcId="{AE3858A6-4F72-4AE0-8CC2-3FB1FAE7D725}" destId="{7A28D198-7ED3-4F8C-87E8-5BB2BC68B953}" srcOrd="1" destOrd="0" presId="urn:microsoft.com/office/officeart/2005/8/layout/hierarchy1"/>
    <dgm:cxn modelId="{15664CF2-16C8-421F-85D4-9F3FC35EE50A}" type="presParOf" srcId="{7A28D198-7ED3-4F8C-87E8-5BB2BC68B953}" destId="{E5756AED-67C0-4BAE-821B-D5E4B3DBB0B7}" srcOrd="0" destOrd="0" presId="urn:microsoft.com/office/officeart/2005/8/layout/hierarchy1"/>
    <dgm:cxn modelId="{A213E0A5-933F-4564-B586-48D7873198DF}" type="presParOf" srcId="{E5756AED-67C0-4BAE-821B-D5E4B3DBB0B7}" destId="{BBE8804A-90F8-49CC-9541-9D703092958B}" srcOrd="0" destOrd="0" presId="urn:microsoft.com/office/officeart/2005/8/layout/hierarchy1"/>
    <dgm:cxn modelId="{1810B0E6-EE11-42B7-8D8F-7CAB212F2419}" type="presParOf" srcId="{E5756AED-67C0-4BAE-821B-D5E4B3DBB0B7}" destId="{6342F80C-BD98-4682-8C5E-45AC6BE62E59}" srcOrd="1" destOrd="0" presId="urn:microsoft.com/office/officeart/2005/8/layout/hierarchy1"/>
    <dgm:cxn modelId="{9DC2788A-5F10-4122-B978-0AD647D061F1}" type="presParOf" srcId="{7A28D198-7ED3-4F8C-87E8-5BB2BC68B953}" destId="{3A09BE08-7E7E-46BC-9339-9FCE105F776F}" srcOrd="1" destOrd="0" presId="urn:microsoft.com/office/officeart/2005/8/layout/hierarchy1"/>
    <dgm:cxn modelId="{737088EC-634E-4206-BC7F-863614B5AB7F}" type="presParOf" srcId="{AE3858A6-4F72-4AE0-8CC2-3FB1FAE7D725}" destId="{6EE1B70F-A93A-4305-B146-C70A154CD6F7}" srcOrd="2" destOrd="0" presId="urn:microsoft.com/office/officeart/2005/8/layout/hierarchy1"/>
    <dgm:cxn modelId="{9BA95F6E-D770-474F-9DBE-0D127B3D9646}" type="presParOf" srcId="{6EE1B70F-A93A-4305-B146-C70A154CD6F7}" destId="{3C408D67-AF55-4587-A640-5FD03AE63969}" srcOrd="0" destOrd="0" presId="urn:microsoft.com/office/officeart/2005/8/layout/hierarchy1"/>
    <dgm:cxn modelId="{38C5E7EC-075A-4E69-9111-FC113462062B}" type="presParOf" srcId="{3C408D67-AF55-4587-A640-5FD03AE63969}" destId="{1DA04DBF-69C5-4FF6-B8F4-30594FDBC1DA}" srcOrd="0" destOrd="0" presId="urn:microsoft.com/office/officeart/2005/8/layout/hierarchy1"/>
    <dgm:cxn modelId="{CB972C91-E8F3-4289-90DB-2FB260CB4B65}" type="presParOf" srcId="{3C408D67-AF55-4587-A640-5FD03AE63969}" destId="{6BECB9EE-3691-4DB0-A125-2A334FD185BA}" srcOrd="1" destOrd="0" presId="urn:microsoft.com/office/officeart/2005/8/layout/hierarchy1"/>
    <dgm:cxn modelId="{5D6D2555-5C96-4D6B-BBCF-5BD1012619AE}" type="presParOf" srcId="{6EE1B70F-A93A-4305-B146-C70A154CD6F7}" destId="{68E8E2CD-6B48-40FB-AB2B-8AA55273F03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BFF1AA-CCD0-4AD0-9092-77B1CAE68C29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74B692-0091-4221-89CA-69B5D6A2CAA3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7313C-C2DF-4B7B-AFA3-B5E121CA1E26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HCL Technologies is a multinational IT services company.</a:t>
          </a:r>
        </a:p>
      </dsp:txBody>
      <dsp:txXfrm>
        <a:off x="1428292" y="2439"/>
        <a:ext cx="3297908" cy="1236616"/>
      </dsp:txXfrm>
    </dsp:sp>
    <dsp:sp modelId="{835BC56C-C01F-4FBF-866B-AB08B05E0540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257A0-BB56-4A77-81D8-9F3C7856B9F1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F0595-9ACF-4379-94C2-5898729A6AAD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Provides software, IT consulting, and business solutions.</a:t>
          </a:r>
        </a:p>
      </dsp:txBody>
      <dsp:txXfrm>
        <a:off x="1428292" y="1548210"/>
        <a:ext cx="3297908" cy="1236616"/>
      </dsp:txXfrm>
    </dsp:sp>
    <dsp:sp modelId="{890EB751-2DE3-4B3C-909B-4A58BC326717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385B2-15E2-471E-A6C7-CEA29A13A176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924FF4-C3D1-4A00-B5CE-9891983EC982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Operates in 50+ countries.</a:t>
          </a:r>
        </a:p>
      </dsp:txBody>
      <dsp:txXfrm>
        <a:off x="1428292" y="3093981"/>
        <a:ext cx="3297908" cy="1236616"/>
      </dsp:txXfrm>
    </dsp:sp>
    <dsp:sp modelId="{1584D952-7421-432F-9937-A8A0F3673652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3BFB5-E29A-4ED5-8F39-9AFACE632FDA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3AEB7-3BD5-4467-BA0D-0021F38A6816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Headquarters: India.</a:t>
          </a:r>
        </a:p>
      </dsp:txBody>
      <dsp:txXfrm>
        <a:off x="1428292" y="4639752"/>
        <a:ext cx="3297908" cy="1236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F7E367-ABFE-4661-8FC6-DCB377A7AE30}">
      <dsp:nvSpPr>
        <dsp:cNvPr id="0" name=""/>
        <dsp:cNvSpPr/>
      </dsp:nvSpPr>
      <dsp:spPr>
        <a:xfrm>
          <a:off x="0" y="1844702"/>
          <a:ext cx="8195871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240E4-4E4D-4E62-9081-C7CC6EFA2FBE}">
      <dsp:nvSpPr>
        <dsp:cNvPr id="0" name=""/>
        <dsp:cNvSpPr/>
      </dsp:nvSpPr>
      <dsp:spPr>
        <a:xfrm rot="8100000">
          <a:off x="59851" y="425131"/>
          <a:ext cx="271315" cy="271315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D17F0-B721-4DF2-8CE0-121DAE00B52F}">
      <dsp:nvSpPr>
        <dsp:cNvPr id="0" name=""/>
        <dsp:cNvSpPr/>
      </dsp:nvSpPr>
      <dsp:spPr>
        <a:xfrm>
          <a:off x="89992" y="455272"/>
          <a:ext cx="211033" cy="2110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F81302-6F06-4776-BEC2-6E6E596A4CD4}">
      <dsp:nvSpPr>
        <dsp:cNvPr id="0" name=""/>
        <dsp:cNvSpPr/>
      </dsp:nvSpPr>
      <dsp:spPr>
        <a:xfrm>
          <a:off x="387358" y="752638"/>
          <a:ext cx="2725489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Founded as Hindustan Computers Limited.</a:t>
          </a:r>
        </a:p>
      </dsp:txBody>
      <dsp:txXfrm>
        <a:off x="387358" y="752638"/>
        <a:ext cx="2725489" cy="1092063"/>
      </dsp:txXfrm>
    </dsp:sp>
    <dsp:sp modelId="{877755C1-7CC9-4F9B-BEFD-4131C77DA23D}">
      <dsp:nvSpPr>
        <dsp:cNvPr id="0" name=""/>
        <dsp:cNvSpPr/>
      </dsp:nvSpPr>
      <dsp:spPr>
        <a:xfrm>
          <a:off x="387358" y="368940"/>
          <a:ext cx="2725489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1976</a:t>
          </a:r>
        </a:p>
      </dsp:txBody>
      <dsp:txXfrm>
        <a:off x="387358" y="368940"/>
        <a:ext cx="2725489" cy="383698"/>
      </dsp:txXfrm>
    </dsp:sp>
    <dsp:sp modelId="{BA0DC246-B6A6-4F19-8124-18FA9F2AA1AB}">
      <dsp:nvSpPr>
        <dsp:cNvPr id="0" name=""/>
        <dsp:cNvSpPr/>
      </dsp:nvSpPr>
      <dsp:spPr>
        <a:xfrm>
          <a:off x="195509" y="752638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F751D2-072B-473E-8B21-753825399991}">
      <dsp:nvSpPr>
        <dsp:cNvPr id="0" name=""/>
        <dsp:cNvSpPr/>
      </dsp:nvSpPr>
      <dsp:spPr>
        <a:xfrm>
          <a:off x="160171" y="1810169"/>
          <a:ext cx="69065" cy="690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625431-3C0C-4FAF-9694-659600095FF3}">
      <dsp:nvSpPr>
        <dsp:cNvPr id="0" name=""/>
        <dsp:cNvSpPr/>
      </dsp:nvSpPr>
      <dsp:spPr>
        <a:xfrm rot="18900000">
          <a:off x="1694794" y="2992957"/>
          <a:ext cx="271315" cy="271315"/>
        </a:xfrm>
        <a:prstGeom prst="teardrop">
          <a:avLst>
            <a:gd name="adj" fmla="val 115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1C3BC-A458-4376-AD3E-6B949E3FFF24}">
      <dsp:nvSpPr>
        <dsp:cNvPr id="0" name=""/>
        <dsp:cNvSpPr/>
      </dsp:nvSpPr>
      <dsp:spPr>
        <a:xfrm>
          <a:off x="1724935" y="3023098"/>
          <a:ext cx="211033" cy="2110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761FE-41F2-4081-81ED-D7F89E8A7082}">
      <dsp:nvSpPr>
        <dsp:cNvPr id="0" name=""/>
        <dsp:cNvSpPr/>
      </dsp:nvSpPr>
      <dsp:spPr>
        <a:xfrm>
          <a:off x="2022301" y="1844702"/>
          <a:ext cx="2725489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Entered IT services.</a:t>
          </a:r>
        </a:p>
      </dsp:txBody>
      <dsp:txXfrm>
        <a:off x="2022301" y="1844702"/>
        <a:ext cx="2725489" cy="1092063"/>
      </dsp:txXfrm>
    </dsp:sp>
    <dsp:sp modelId="{FA277E85-247B-4D0F-9236-DD690A239DEA}">
      <dsp:nvSpPr>
        <dsp:cNvPr id="0" name=""/>
        <dsp:cNvSpPr/>
      </dsp:nvSpPr>
      <dsp:spPr>
        <a:xfrm>
          <a:off x="2022301" y="2936766"/>
          <a:ext cx="2725489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1990s</a:t>
          </a:r>
        </a:p>
      </dsp:txBody>
      <dsp:txXfrm>
        <a:off x="2022301" y="2936766"/>
        <a:ext cx="2725489" cy="383698"/>
      </dsp:txXfrm>
    </dsp:sp>
    <dsp:sp modelId="{0218985A-47D9-4357-843A-34CFC107B213}">
      <dsp:nvSpPr>
        <dsp:cNvPr id="0" name=""/>
        <dsp:cNvSpPr/>
      </dsp:nvSpPr>
      <dsp:spPr>
        <a:xfrm>
          <a:off x="1830452" y="1844702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F82F59-F7BC-46F4-8CDD-D5626789ADBD}">
      <dsp:nvSpPr>
        <dsp:cNvPr id="0" name=""/>
        <dsp:cNvSpPr/>
      </dsp:nvSpPr>
      <dsp:spPr>
        <a:xfrm>
          <a:off x="1795114" y="1810169"/>
          <a:ext cx="69065" cy="69065"/>
        </a:xfrm>
        <a:prstGeom prst="ellips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4F9C8-6936-4012-9149-3A9FB1457E9B}">
      <dsp:nvSpPr>
        <dsp:cNvPr id="0" name=""/>
        <dsp:cNvSpPr/>
      </dsp:nvSpPr>
      <dsp:spPr>
        <a:xfrm rot="8100000">
          <a:off x="3329737" y="425131"/>
          <a:ext cx="271315" cy="271315"/>
        </a:xfrm>
        <a:prstGeom prst="teardrop">
          <a:avLst>
            <a:gd name="adj" fmla="val 115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0183D-1EA6-4697-AE77-16E0837F777B}">
      <dsp:nvSpPr>
        <dsp:cNvPr id="0" name=""/>
        <dsp:cNvSpPr/>
      </dsp:nvSpPr>
      <dsp:spPr>
        <a:xfrm>
          <a:off x="3359878" y="455272"/>
          <a:ext cx="211033" cy="2110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6A8A2E-C5E0-43A2-8FE4-A698FB6D7F25}">
      <dsp:nvSpPr>
        <dsp:cNvPr id="0" name=""/>
        <dsp:cNvSpPr/>
      </dsp:nvSpPr>
      <dsp:spPr>
        <a:xfrm>
          <a:off x="3657244" y="752638"/>
          <a:ext cx="2725489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Global expansion.</a:t>
          </a:r>
        </a:p>
      </dsp:txBody>
      <dsp:txXfrm>
        <a:off x="3657244" y="752638"/>
        <a:ext cx="2725489" cy="1092063"/>
      </dsp:txXfrm>
    </dsp:sp>
    <dsp:sp modelId="{C4FC1462-198D-41BD-8DE7-F191E2DCA254}">
      <dsp:nvSpPr>
        <dsp:cNvPr id="0" name=""/>
        <dsp:cNvSpPr/>
      </dsp:nvSpPr>
      <dsp:spPr>
        <a:xfrm>
          <a:off x="3657244" y="368940"/>
          <a:ext cx="2725489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2000s</a:t>
          </a:r>
        </a:p>
      </dsp:txBody>
      <dsp:txXfrm>
        <a:off x="3657244" y="368940"/>
        <a:ext cx="2725489" cy="383698"/>
      </dsp:txXfrm>
    </dsp:sp>
    <dsp:sp modelId="{1E70CFEA-E627-4FC7-A889-F5EF3B479E7B}">
      <dsp:nvSpPr>
        <dsp:cNvPr id="0" name=""/>
        <dsp:cNvSpPr/>
      </dsp:nvSpPr>
      <dsp:spPr>
        <a:xfrm>
          <a:off x="3465395" y="752638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EA6357-4594-4803-92A4-A976222B66D4}">
      <dsp:nvSpPr>
        <dsp:cNvPr id="0" name=""/>
        <dsp:cNvSpPr/>
      </dsp:nvSpPr>
      <dsp:spPr>
        <a:xfrm>
          <a:off x="3430057" y="1810169"/>
          <a:ext cx="69065" cy="69065"/>
        </a:xfrm>
        <a:prstGeom prst="ellips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74392-37EC-4ABC-8D9D-2DC97231B346}">
      <dsp:nvSpPr>
        <dsp:cNvPr id="0" name=""/>
        <dsp:cNvSpPr/>
      </dsp:nvSpPr>
      <dsp:spPr>
        <a:xfrm rot="18900000">
          <a:off x="4964680" y="2992957"/>
          <a:ext cx="271315" cy="271315"/>
        </a:xfrm>
        <a:prstGeom prst="teardrop">
          <a:avLst>
            <a:gd name="adj" fmla="val 115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B65C6-8FB8-483E-B12E-443E6D06D0C8}">
      <dsp:nvSpPr>
        <dsp:cNvPr id="0" name=""/>
        <dsp:cNvSpPr/>
      </dsp:nvSpPr>
      <dsp:spPr>
        <a:xfrm>
          <a:off x="4994821" y="3023098"/>
          <a:ext cx="211033" cy="21103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FD91CD-8E00-41B5-A134-5BB29306DF0E}">
      <dsp:nvSpPr>
        <dsp:cNvPr id="0" name=""/>
        <dsp:cNvSpPr/>
      </dsp:nvSpPr>
      <dsp:spPr>
        <a:xfrm>
          <a:off x="5292187" y="1844702"/>
          <a:ext cx="2725489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Leading IT services company.</a:t>
          </a:r>
        </a:p>
      </dsp:txBody>
      <dsp:txXfrm>
        <a:off x="5292187" y="1844702"/>
        <a:ext cx="2725489" cy="1092063"/>
      </dsp:txXfrm>
    </dsp:sp>
    <dsp:sp modelId="{7F4E2851-1B1E-4DB2-BE0D-C87BE0DC41C2}">
      <dsp:nvSpPr>
        <dsp:cNvPr id="0" name=""/>
        <dsp:cNvSpPr/>
      </dsp:nvSpPr>
      <dsp:spPr>
        <a:xfrm>
          <a:off x="5292187" y="2936766"/>
          <a:ext cx="2725489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Present</a:t>
          </a:r>
        </a:p>
      </dsp:txBody>
      <dsp:txXfrm>
        <a:off x="5292187" y="2936766"/>
        <a:ext cx="2725489" cy="383698"/>
      </dsp:txXfrm>
    </dsp:sp>
    <dsp:sp modelId="{B4072CAA-7DC2-4E64-98A8-4193ED293FEB}">
      <dsp:nvSpPr>
        <dsp:cNvPr id="0" name=""/>
        <dsp:cNvSpPr/>
      </dsp:nvSpPr>
      <dsp:spPr>
        <a:xfrm>
          <a:off x="5100338" y="1844702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CB7C41-B571-438C-B7AE-6CBC3B8EEB39}">
      <dsp:nvSpPr>
        <dsp:cNvPr id="0" name=""/>
        <dsp:cNvSpPr/>
      </dsp:nvSpPr>
      <dsp:spPr>
        <a:xfrm>
          <a:off x="5065000" y="1810169"/>
          <a:ext cx="69065" cy="69065"/>
        </a:xfrm>
        <a:prstGeom prst="ellips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C8A92F-62FA-4F03-BA5F-F3D1F7867C3D}">
      <dsp:nvSpPr>
        <dsp:cNvPr id="0" name=""/>
        <dsp:cNvSpPr/>
      </dsp:nvSpPr>
      <dsp:spPr>
        <a:xfrm>
          <a:off x="518185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0CD06-F3CC-46BA-889F-AA5C25BF4E66}">
      <dsp:nvSpPr>
        <dsp:cNvPr id="0" name=""/>
        <dsp:cNvSpPr/>
      </dsp:nvSpPr>
      <dsp:spPr>
        <a:xfrm>
          <a:off x="832623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62163-A13D-4273-B1A0-E6082DC1F394}">
      <dsp:nvSpPr>
        <dsp:cNvPr id="0" name=""/>
        <dsp:cNvSpPr/>
      </dsp:nvSpPr>
      <dsp:spPr>
        <a:xfrm>
          <a:off x="46529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Uses multiple technologies:</a:t>
          </a:r>
        </a:p>
      </dsp:txBody>
      <dsp:txXfrm>
        <a:off x="46529" y="2452202"/>
        <a:ext cx="2418750" cy="720000"/>
      </dsp:txXfrm>
    </dsp:sp>
    <dsp:sp modelId="{AED22167-FC62-4AE1-A246-FF1D7C4A537E}">
      <dsp:nvSpPr>
        <dsp:cNvPr id="0" name=""/>
        <dsp:cNvSpPr/>
      </dsp:nvSpPr>
      <dsp:spPr>
        <a:xfrm>
          <a:off x="3360216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95CE2-20E6-41D1-AD28-3483E3D7A5AA}">
      <dsp:nvSpPr>
        <dsp:cNvPr id="0" name=""/>
        <dsp:cNvSpPr/>
      </dsp:nvSpPr>
      <dsp:spPr>
        <a:xfrm>
          <a:off x="3674654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F9EF3-EDB8-47E8-884A-640AA21F9B70}">
      <dsp:nvSpPr>
        <dsp:cNvPr id="0" name=""/>
        <dsp:cNvSpPr/>
      </dsp:nvSpPr>
      <dsp:spPr>
        <a:xfrm>
          <a:off x="2888560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Java, Python, C++, Cloud Tech.</a:t>
          </a:r>
        </a:p>
      </dsp:txBody>
      <dsp:txXfrm>
        <a:off x="2888560" y="2452202"/>
        <a:ext cx="2418750" cy="720000"/>
      </dsp:txXfrm>
    </dsp:sp>
    <dsp:sp modelId="{BD871CC8-B862-427B-95BF-50218792A292}">
      <dsp:nvSpPr>
        <dsp:cNvPr id="0" name=""/>
        <dsp:cNvSpPr/>
      </dsp:nvSpPr>
      <dsp:spPr>
        <a:xfrm>
          <a:off x="6202248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3573D-8E9E-4327-AB1C-5AC524C951E4}">
      <dsp:nvSpPr>
        <dsp:cNvPr id="0" name=""/>
        <dsp:cNvSpPr/>
      </dsp:nvSpPr>
      <dsp:spPr>
        <a:xfrm>
          <a:off x="6516685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7AA1C-D84A-46A4-BAFB-E2F99DF647AC}">
      <dsp:nvSpPr>
        <dsp:cNvPr id="0" name=""/>
        <dsp:cNvSpPr/>
      </dsp:nvSpPr>
      <dsp:spPr>
        <a:xfrm>
          <a:off x="5730591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Focus on AI, ML, Cloud, Cybersecurity.</a:t>
          </a:r>
        </a:p>
      </dsp:txBody>
      <dsp:txXfrm>
        <a:off x="5730591" y="2452202"/>
        <a:ext cx="241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935DF-CB88-48BF-A330-DB6952715B9C}">
      <dsp:nvSpPr>
        <dsp:cNvPr id="0" name=""/>
        <dsp:cNvSpPr/>
      </dsp:nvSpPr>
      <dsp:spPr>
        <a:xfrm>
          <a:off x="890763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B0F64-129F-4455-9B5B-E06FD0E729EB}">
      <dsp:nvSpPr>
        <dsp:cNvPr id="0" name=""/>
        <dsp:cNvSpPr/>
      </dsp:nvSpPr>
      <dsp:spPr>
        <a:xfrm>
          <a:off x="291148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Mission: Deliver value through innovation.</a:t>
          </a:r>
        </a:p>
      </dsp:txBody>
      <dsp:txXfrm>
        <a:off x="291148" y="2456435"/>
        <a:ext cx="2180418" cy="720000"/>
      </dsp:txXfrm>
    </dsp:sp>
    <dsp:sp modelId="{8D1B38A1-0F62-46D6-B18F-803C9007DECA}">
      <dsp:nvSpPr>
        <dsp:cNvPr id="0" name=""/>
        <dsp:cNvSpPr/>
      </dsp:nvSpPr>
      <dsp:spPr>
        <a:xfrm>
          <a:off x="3452755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A06D4-1A83-4E97-A014-51329046197D}">
      <dsp:nvSpPr>
        <dsp:cNvPr id="0" name=""/>
        <dsp:cNvSpPr/>
      </dsp:nvSpPr>
      <dsp:spPr>
        <a:xfrm>
          <a:off x="2853140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Vision: Become global leader in digital transformation.</a:t>
          </a:r>
        </a:p>
      </dsp:txBody>
      <dsp:txXfrm>
        <a:off x="2853140" y="2456435"/>
        <a:ext cx="2180418" cy="720000"/>
      </dsp:txXfrm>
    </dsp:sp>
    <dsp:sp modelId="{1B3CB087-C284-427B-9F35-6D9A58EA7319}">
      <dsp:nvSpPr>
        <dsp:cNvPr id="0" name=""/>
        <dsp:cNvSpPr/>
      </dsp:nvSpPr>
      <dsp:spPr>
        <a:xfrm>
          <a:off x="6014747" y="1174902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38A79-45E3-4231-9BA1-26C24113D487}">
      <dsp:nvSpPr>
        <dsp:cNvPr id="0" name=""/>
        <dsp:cNvSpPr/>
      </dsp:nvSpPr>
      <dsp:spPr>
        <a:xfrm>
          <a:off x="5415132" y="2456435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Focus on growth &amp; technology.</a:t>
          </a:r>
        </a:p>
      </dsp:txBody>
      <dsp:txXfrm>
        <a:off x="5415132" y="2456435"/>
        <a:ext cx="2180418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B768DF-CF8C-4CCA-BC65-85303564B4AE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IT services &amp; consulting company.</a:t>
          </a:r>
        </a:p>
      </dsp:txBody>
      <dsp:txXfrm>
        <a:off x="429570" y="472"/>
        <a:ext cx="3346456" cy="2007873"/>
      </dsp:txXfrm>
    </dsp:sp>
    <dsp:sp modelId="{17A3E4DE-0947-4D20-B602-B238B5BE3B11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Focus on enterprise solutions.</a:t>
          </a:r>
        </a:p>
      </dsp:txBody>
      <dsp:txXfrm>
        <a:off x="4110672" y="472"/>
        <a:ext cx="3346456" cy="2007873"/>
      </dsp:txXfrm>
    </dsp:sp>
    <dsp:sp modelId="{88734C13-F059-437E-8E2B-485BC6FB1482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Strong R&amp;D and innovation.</a:t>
          </a:r>
        </a:p>
      </dsp:txBody>
      <dsp:txXfrm>
        <a:off x="2270121" y="2342991"/>
        <a:ext cx="3346456" cy="20078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EB1371-D6F9-41EB-8D29-30B52065F9A9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8AECB-F3B8-4958-9301-E3EE6A326CB2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D7BB7-F8BD-4EFF-807E-C688F7C86058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IT Services</a:t>
          </a:r>
        </a:p>
      </dsp:txBody>
      <dsp:txXfrm>
        <a:off x="1494726" y="2600"/>
        <a:ext cx="2252392" cy="955560"/>
      </dsp:txXfrm>
    </dsp:sp>
    <dsp:sp modelId="{A4ED6733-19C1-40C6-9266-DD75230E6DFA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7CF9D-4AAD-4B1E-9DA8-5391C7CB03E2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4F340-B62B-4779-9E4B-052FDB40968D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Cloud Computing</a:t>
          </a:r>
        </a:p>
      </dsp:txBody>
      <dsp:txXfrm>
        <a:off x="5299904" y="2600"/>
        <a:ext cx="2252392" cy="955560"/>
      </dsp:txXfrm>
    </dsp:sp>
    <dsp:sp modelId="{6E2CC370-CCB9-4DE4-8CEE-FA25181AF683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F0390-2D4E-4418-A9CA-EC96BF1890E1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8681A-84AA-413F-907E-8538A294F05A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Cybersecurity</a:t>
          </a:r>
        </a:p>
      </dsp:txBody>
      <dsp:txXfrm>
        <a:off x="1494726" y="1697888"/>
        <a:ext cx="2252392" cy="955560"/>
      </dsp:txXfrm>
    </dsp:sp>
    <dsp:sp modelId="{F0FCB616-6866-4542-8129-B8E737DB25E6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7A03F1-6961-4ED7-A85A-8CF4063D3826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265888-2143-4ED7-9DDC-6C52FDB60663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AI &amp; Data Analytics</a:t>
          </a:r>
        </a:p>
      </dsp:txBody>
      <dsp:txXfrm>
        <a:off x="5299904" y="1697888"/>
        <a:ext cx="2252392" cy="955560"/>
      </dsp:txXfrm>
    </dsp:sp>
    <dsp:sp modelId="{C46B2C6E-3202-4FB5-83C3-2C99D43D0FD5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6E7C75-3CE3-4AFA-9F68-76A64E1E0BD1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ECD56C-D3AA-4362-B06E-B304344EA400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Engineering Services</a:t>
          </a:r>
        </a:p>
      </dsp:txBody>
      <dsp:txXfrm>
        <a:off x="1494726" y="3393176"/>
        <a:ext cx="2252392" cy="9555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54496F-CB00-47B4-90A1-8ACD0187AA5B}">
      <dsp:nvSpPr>
        <dsp:cNvPr id="0" name=""/>
        <dsp:cNvSpPr/>
      </dsp:nvSpPr>
      <dsp:spPr>
        <a:xfrm>
          <a:off x="0" y="675"/>
          <a:ext cx="5175384" cy="15813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8436E2-712A-4435-BDC9-90B1250ED6B8}">
      <dsp:nvSpPr>
        <dsp:cNvPr id="0" name=""/>
        <dsp:cNvSpPr/>
      </dsp:nvSpPr>
      <dsp:spPr>
        <a:xfrm>
          <a:off x="478363" y="356483"/>
          <a:ext cx="869752" cy="869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068CD-94FF-49DF-8466-46CA5D38FF2F}">
      <dsp:nvSpPr>
        <dsp:cNvPr id="0" name=""/>
        <dsp:cNvSpPr/>
      </dsp:nvSpPr>
      <dsp:spPr>
        <a:xfrm>
          <a:off x="1826480" y="675"/>
          <a:ext cx="3348903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HCL provides cloud services and solutions.</a:t>
          </a:r>
        </a:p>
      </dsp:txBody>
      <dsp:txXfrm>
        <a:off x="1826480" y="675"/>
        <a:ext cx="3348903" cy="1581368"/>
      </dsp:txXfrm>
    </dsp:sp>
    <dsp:sp modelId="{28040DD2-B716-47A4-8010-3A58EFDF0C2D}">
      <dsp:nvSpPr>
        <dsp:cNvPr id="0" name=""/>
        <dsp:cNvSpPr/>
      </dsp:nvSpPr>
      <dsp:spPr>
        <a:xfrm>
          <a:off x="0" y="1977386"/>
          <a:ext cx="5175384" cy="15813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D3F0C-9F3A-4D86-A54B-42839408B8D8}">
      <dsp:nvSpPr>
        <dsp:cNvPr id="0" name=""/>
        <dsp:cNvSpPr/>
      </dsp:nvSpPr>
      <dsp:spPr>
        <a:xfrm>
          <a:off x="478363" y="2333194"/>
          <a:ext cx="869752" cy="869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EB3C6C-B877-4245-A694-73FF7773CDBE}">
      <dsp:nvSpPr>
        <dsp:cNvPr id="0" name=""/>
        <dsp:cNvSpPr/>
      </dsp:nvSpPr>
      <dsp:spPr>
        <a:xfrm>
          <a:off x="1826480" y="1977386"/>
          <a:ext cx="3348903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Partners with AWS, Azure, Google Cloud.</a:t>
          </a:r>
        </a:p>
      </dsp:txBody>
      <dsp:txXfrm>
        <a:off x="1826480" y="1977386"/>
        <a:ext cx="3348903" cy="1581368"/>
      </dsp:txXfrm>
    </dsp:sp>
    <dsp:sp modelId="{5FE14185-5AC6-436D-B95F-99495F06C195}">
      <dsp:nvSpPr>
        <dsp:cNvPr id="0" name=""/>
        <dsp:cNvSpPr/>
      </dsp:nvSpPr>
      <dsp:spPr>
        <a:xfrm>
          <a:off x="0" y="3954096"/>
          <a:ext cx="5175384" cy="158136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051764-57F6-4B6D-98D5-B00E52F46394}">
      <dsp:nvSpPr>
        <dsp:cNvPr id="0" name=""/>
        <dsp:cNvSpPr/>
      </dsp:nvSpPr>
      <dsp:spPr>
        <a:xfrm>
          <a:off x="478363" y="4309904"/>
          <a:ext cx="869752" cy="869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99FFB-9B6E-44DB-AE43-D71E74FCE192}">
      <dsp:nvSpPr>
        <dsp:cNvPr id="0" name=""/>
        <dsp:cNvSpPr/>
      </dsp:nvSpPr>
      <dsp:spPr>
        <a:xfrm>
          <a:off x="1826480" y="3954096"/>
          <a:ext cx="3348903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Helps businesses migrate to cloud.</a:t>
          </a:r>
        </a:p>
      </dsp:txBody>
      <dsp:txXfrm>
        <a:off x="1826480" y="3954096"/>
        <a:ext cx="3348903" cy="15813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303F3-6454-4CB4-AD3D-34D6F5DF885D}">
      <dsp:nvSpPr>
        <dsp:cNvPr id="0" name=""/>
        <dsp:cNvSpPr/>
      </dsp:nvSpPr>
      <dsp:spPr>
        <a:xfrm>
          <a:off x="925095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DC494-8D52-4EE1-8C0F-D7AD4A5A3469}">
      <dsp:nvSpPr>
        <dsp:cNvPr id="0" name=""/>
        <dsp:cNvSpPr/>
      </dsp:nvSpPr>
      <dsp:spPr>
        <a:xfrm>
          <a:off x="483752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Artificial Intelligence</a:t>
          </a:r>
        </a:p>
      </dsp:txBody>
      <dsp:txXfrm>
        <a:off x="483752" y="1420418"/>
        <a:ext cx="1604882" cy="641953"/>
      </dsp:txXfrm>
    </dsp:sp>
    <dsp:sp modelId="{0741A06D-9522-4F05-B9A5-810BE3E9CC97}">
      <dsp:nvSpPr>
        <dsp:cNvPr id="0" name=""/>
        <dsp:cNvSpPr/>
      </dsp:nvSpPr>
      <dsp:spPr>
        <a:xfrm>
          <a:off x="2810832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D22869-420D-4C4A-A300-5BB0FE7D9759}">
      <dsp:nvSpPr>
        <dsp:cNvPr id="0" name=""/>
        <dsp:cNvSpPr/>
      </dsp:nvSpPr>
      <dsp:spPr>
        <a:xfrm>
          <a:off x="2369489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Machine Learning</a:t>
          </a:r>
        </a:p>
      </dsp:txBody>
      <dsp:txXfrm>
        <a:off x="2369489" y="1420418"/>
        <a:ext cx="1604882" cy="641953"/>
      </dsp:txXfrm>
    </dsp:sp>
    <dsp:sp modelId="{1F426D31-D03A-4AB3-B993-55F40DAC634D}">
      <dsp:nvSpPr>
        <dsp:cNvPr id="0" name=""/>
        <dsp:cNvSpPr/>
      </dsp:nvSpPr>
      <dsp:spPr>
        <a:xfrm>
          <a:off x="4696570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0C44D-8200-419E-ACE1-4DE80E410B57}">
      <dsp:nvSpPr>
        <dsp:cNvPr id="0" name=""/>
        <dsp:cNvSpPr/>
      </dsp:nvSpPr>
      <dsp:spPr>
        <a:xfrm>
          <a:off x="4255227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Cloud Computing</a:t>
          </a:r>
        </a:p>
      </dsp:txBody>
      <dsp:txXfrm>
        <a:off x="4255227" y="1420418"/>
        <a:ext cx="1604882" cy="641953"/>
      </dsp:txXfrm>
    </dsp:sp>
    <dsp:sp modelId="{C4C2EFE3-8A23-4E11-83F8-B7DBAAB3FBB1}">
      <dsp:nvSpPr>
        <dsp:cNvPr id="0" name=""/>
        <dsp:cNvSpPr/>
      </dsp:nvSpPr>
      <dsp:spPr>
        <a:xfrm>
          <a:off x="6582307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A44A9-87AB-415C-89E1-DFD3F66DEC14}">
      <dsp:nvSpPr>
        <dsp:cNvPr id="0" name=""/>
        <dsp:cNvSpPr/>
      </dsp:nvSpPr>
      <dsp:spPr>
        <a:xfrm>
          <a:off x="6140964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IoT</a:t>
          </a:r>
        </a:p>
      </dsp:txBody>
      <dsp:txXfrm>
        <a:off x="6140964" y="1420418"/>
        <a:ext cx="1604882" cy="641953"/>
      </dsp:txXfrm>
    </dsp:sp>
    <dsp:sp modelId="{04CFCDC6-2213-4600-993A-684BDBEC2477}">
      <dsp:nvSpPr>
        <dsp:cNvPr id="0" name=""/>
        <dsp:cNvSpPr/>
      </dsp:nvSpPr>
      <dsp:spPr>
        <a:xfrm>
          <a:off x="3753701" y="2463591"/>
          <a:ext cx="722197" cy="7221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81EA9-2946-481F-BDCF-A865B4D81643}">
      <dsp:nvSpPr>
        <dsp:cNvPr id="0" name=""/>
        <dsp:cNvSpPr/>
      </dsp:nvSpPr>
      <dsp:spPr>
        <a:xfrm>
          <a:off x="3312358" y="3457346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Big Data Analytics</a:t>
          </a:r>
        </a:p>
      </dsp:txBody>
      <dsp:txXfrm>
        <a:off x="3312358" y="3457346"/>
        <a:ext cx="1604882" cy="64195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A5741C-9DFA-4F4C-A2A1-60CAD37AF17E}">
      <dsp:nvSpPr>
        <dsp:cNvPr id="0" name=""/>
        <dsp:cNvSpPr/>
      </dsp:nvSpPr>
      <dsp:spPr>
        <a:xfrm>
          <a:off x="0" y="266070"/>
          <a:ext cx="5175384" cy="1591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Major offices in Noida, Bangalore, Chennai.</a:t>
          </a:r>
        </a:p>
      </dsp:txBody>
      <dsp:txXfrm>
        <a:off x="77676" y="343746"/>
        <a:ext cx="5020032" cy="1435848"/>
      </dsp:txXfrm>
    </dsp:sp>
    <dsp:sp modelId="{7337FA20-D097-4ACB-ABC4-4283741B7FE4}">
      <dsp:nvSpPr>
        <dsp:cNvPr id="0" name=""/>
        <dsp:cNvSpPr/>
      </dsp:nvSpPr>
      <dsp:spPr>
        <a:xfrm>
          <a:off x="0" y="1972470"/>
          <a:ext cx="5175384" cy="159120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Large workforce.</a:t>
          </a:r>
        </a:p>
      </dsp:txBody>
      <dsp:txXfrm>
        <a:off x="77676" y="2050146"/>
        <a:ext cx="5020032" cy="1435848"/>
      </dsp:txXfrm>
    </dsp:sp>
    <dsp:sp modelId="{423837E0-8776-4E8D-9914-251FB8185E7B}">
      <dsp:nvSpPr>
        <dsp:cNvPr id="0" name=""/>
        <dsp:cNvSpPr/>
      </dsp:nvSpPr>
      <dsp:spPr>
        <a:xfrm>
          <a:off x="0" y="3678870"/>
          <a:ext cx="5175384" cy="15912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Major IT hiring hub.</a:t>
          </a:r>
        </a:p>
      </dsp:txBody>
      <dsp:txXfrm>
        <a:off x="77676" y="3756546"/>
        <a:ext cx="5020032" cy="143584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09C06B-AAEE-4F26-89C6-4B5B5165E156}">
      <dsp:nvSpPr>
        <dsp:cNvPr id="0" name=""/>
        <dsp:cNvSpPr/>
      </dsp:nvSpPr>
      <dsp:spPr>
        <a:xfrm>
          <a:off x="0" y="431537"/>
          <a:ext cx="4988440" cy="218168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Competitors: TCS, Infosys, Wipro.</a:t>
          </a:r>
        </a:p>
      </dsp:txBody>
      <dsp:txXfrm>
        <a:off x="106501" y="538038"/>
        <a:ext cx="4775438" cy="1968682"/>
      </dsp:txXfrm>
    </dsp:sp>
    <dsp:sp modelId="{63FF79EE-FB60-482C-A4CF-3B74A06639C9}">
      <dsp:nvSpPr>
        <dsp:cNvPr id="0" name=""/>
        <dsp:cNvSpPr/>
      </dsp:nvSpPr>
      <dsp:spPr>
        <a:xfrm>
          <a:off x="0" y="2725542"/>
          <a:ext cx="4988440" cy="218168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Challenges: Competition, security, rapid tech change.</a:t>
          </a:r>
        </a:p>
      </dsp:txBody>
      <dsp:txXfrm>
        <a:off x="106501" y="2832043"/>
        <a:ext cx="4775438" cy="196868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710560-AF1A-496D-AEF5-EB057CF87D8C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B1DC4-8F05-4494-A12F-E1005CEB4CBE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Strong global presence.</a:t>
          </a:r>
        </a:p>
      </dsp:txBody>
      <dsp:txXfrm>
        <a:off x="90151" y="2602589"/>
        <a:ext cx="2402775" cy="720000"/>
      </dsp:txXfrm>
    </dsp:sp>
    <dsp:sp modelId="{EFABCF03-9AC3-4285-82A2-1F6BF7315E65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805E1-A3B9-449B-85F1-24A0E2CDC45B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Innovation driven.</a:t>
          </a:r>
        </a:p>
      </dsp:txBody>
      <dsp:txXfrm>
        <a:off x="2913412" y="2602589"/>
        <a:ext cx="2402775" cy="720000"/>
      </dsp:txXfrm>
    </dsp:sp>
    <dsp:sp modelId="{C30492A9-12AA-4F73-A0E8-7816365608D6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29636-0492-49AF-83EF-478D5BF1D074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Future growth in AI, cloud, automation.</a:t>
          </a:r>
        </a:p>
      </dsp:txBody>
      <dsp:txXfrm>
        <a:off x="5736673" y="2602589"/>
        <a:ext cx="2402775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2FDF8-7D08-490C-BB6A-5505A3DEAE5D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A3F76-2E38-4D9D-BCC9-C67F1D4A3F44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Trusted IT partner.</a:t>
          </a:r>
        </a:p>
      </dsp:txBody>
      <dsp:txXfrm>
        <a:off x="25435" y="2276522"/>
        <a:ext cx="1800000" cy="720000"/>
      </dsp:txXfrm>
    </dsp:sp>
    <dsp:sp modelId="{CA1F76FA-C0EF-4C0E-B0BC-2FFCDD4E084C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36714-D080-4AFD-8583-6A49503F38C7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Strong digital solutions.</a:t>
          </a:r>
        </a:p>
      </dsp:txBody>
      <dsp:txXfrm>
        <a:off x="2140435" y="2276522"/>
        <a:ext cx="1800000" cy="720000"/>
      </dsp:txXfrm>
    </dsp:sp>
    <dsp:sp modelId="{48F5F294-8D6B-4AAB-8E59-63A35A7D8D25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411F3-9F74-41CC-BCDA-4CF9D813ADED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Global reach.</a:t>
          </a:r>
        </a:p>
      </dsp:txBody>
      <dsp:txXfrm>
        <a:off x="4255435" y="2276522"/>
        <a:ext cx="1800000" cy="720000"/>
      </dsp:txXfrm>
    </dsp:sp>
    <dsp:sp modelId="{B24D6C59-9887-4541-B449-AD7136E2B8E9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ADCF6-FF07-4F51-B067-985DE686BF0D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Continuous innovation.</a:t>
          </a:r>
        </a:p>
      </dsp:txBody>
      <dsp:txXfrm>
        <a:off x="6370435" y="2276522"/>
        <a:ext cx="180000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7C250-A4E4-49AF-8EC5-619EFD31BBBE}">
      <dsp:nvSpPr>
        <dsp:cNvPr id="0" name=""/>
        <dsp:cNvSpPr/>
      </dsp:nvSpPr>
      <dsp:spPr>
        <a:xfrm>
          <a:off x="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021AA-F510-4ADF-9581-BDFC9F1FD65A}">
      <dsp:nvSpPr>
        <dsp:cNvPr id="0" name=""/>
        <dsp:cNvSpPr/>
      </dsp:nvSpPr>
      <dsp:spPr>
        <a:xfrm>
          <a:off x="25717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HCL is a global IT leader.</a:t>
          </a:r>
        </a:p>
      </dsp:txBody>
      <dsp:txXfrm>
        <a:off x="300222" y="1693310"/>
        <a:ext cx="2228479" cy="1383659"/>
      </dsp:txXfrm>
    </dsp:sp>
    <dsp:sp modelId="{BBE8804A-90F8-49CC-9541-9D703092958B}">
      <dsp:nvSpPr>
        <dsp:cNvPr id="0" name=""/>
        <dsp:cNvSpPr/>
      </dsp:nvSpPr>
      <dsp:spPr>
        <a:xfrm>
          <a:off x="2828924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2F80C-BD98-4682-8C5E-45AC6BE62E59}">
      <dsp:nvSpPr>
        <dsp:cNvPr id="0" name=""/>
        <dsp:cNvSpPr/>
      </dsp:nvSpPr>
      <dsp:spPr>
        <a:xfrm>
          <a:off x="3086099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Strong in digital transformation.</a:t>
          </a:r>
        </a:p>
      </dsp:txBody>
      <dsp:txXfrm>
        <a:off x="3129147" y="1693310"/>
        <a:ext cx="2228479" cy="1383659"/>
      </dsp:txXfrm>
    </dsp:sp>
    <dsp:sp modelId="{1DA04DBF-69C5-4FF6-B8F4-30594FDBC1DA}">
      <dsp:nvSpPr>
        <dsp:cNvPr id="0" name=""/>
        <dsp:cNvSpPr/>
      </dsp:nvSpPr>
      <dsp:spPr>
        <a:xfrm>
          <a:off x="565785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ECB9EE-3691-4DB0-A125-2A334FD185BA}">
      <dsp:nvSpPr>
        <dsp:cNvPr id="0" name=""/>
        <dsp:cNvSpPr/>
      </dsp:nvSpPr>
      <dsp:spPr>
        <a:xfrm>
          <a:off x="591502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Future-focused company.</a:t>
          </a:r>
        </a:p>
      </dsp:txBody>
      <dsp:txXfrm>
        <a:off x="5958072" y="1693310"/>
        <a:ext cx="2228479" cy="1383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900"/>
              <a:t>HCL: Driving Digital Transformation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1DC4F-407E-4F28-957F-76CD149DDD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42" r="-10" b="5324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777739"/>
            <a:ext cx="5173220" cy="1399223"/>
          </a:xfrm>
        </p:spPr>
        <p:txBody>
          <a:bodyPr anchor="ctr">
            <a:normAutofit/>
          </a:bodyPr>
          <a:lstStyle/>
          <a:p>
            <a:r>
              <a:rPr lang="en-US" sz="1900" dirty="0"/>
              <a:t>Presented by: shantung chaudhary</a:t>
            </a:r>
          </a:p>
          <a:p>
            <a:r>
              <a:rPr lang="en-US" sz="1900" dirty="0"/>
              <a:t>HCL is a global IT services company focused on innovation and technology solutions.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 sz="3400">
                <a:solidFill>
                  <a:schemeClr val="bg1"/>
                </a:solidFill>
              </a:rPr>
              <a:t>Introduction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712527-05EE-ECB8-76AD-1C262E5D6F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69051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Founders &amp;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76750" cy="4983162"/>
          </a:xfrm>
        </p:spPr>
        <p:txBody>
          <a:bodyPr/>
          <a:lstStyle/>
          <a:p>
            <a:r>
              <a:rPr dirty="0"/>
              <a:t>Founded by Shiv Nadar in 1976.</a:t>
            </a:r>
          </a:p>
          <a:p>
            <a:r>
              <a:rPr dirty="0"/>
              <a:t>Current CEO: C. Vijayakumar.</a:t>
            </a:r>
          </a:p>
          <a:p>
            <a:r>
              <a:rPr dirty="0"/>
              <a:t>Strong leadership driving digital transformation.</a:t>
            </a:r>
          </a:p>
        </p:txBody>
      </p:sp>
      <p:pic>
        <p:nvPicPr>
          <p:cNvPr id="1026" name="Picture 2" descr="Shiv Nadar named Chairman Emeritus of HCL Technologies | TechGig">
            <a:extLst>
              <a:ext uri="{FF2B5EF4-FFF2-40B4-BE49-F238E27FC236}">
                <a16:creationId xmlns:a16="http://schemas.microsoft.com/office/drawing/2014/main" id="{C7536116-586A-D62C-CDA2-EC92658C9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425" y="1457325"/>
            <a:ext cx="2628900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‘Acquisitions will be part of HCL’s growth strategy’">
            <a:extLst>
              <a:ext uri="{FF2B5EF4-FFF2-40B4-BE49-F238E27FC236}">
                <a16:creationId xmlns:a16="http://schemas.microsoft.com/office/drawing/2014/main" id="{0AE7EC38-E0AC-BCA9-800B-D426223C9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425" y="3757612"/>
            <a:ext cx="2628900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Company History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C1697C-440B-2E25-32D7-C08E8A4F05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872512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Programming &amp; Technologies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954C25-F8C2-1F47-6ECE-94180A42DB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138790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IN" sz="4500"/>
              <a:t>Mission &amp; Vision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CF94B3-BA3D-B2A2-A933-450A38441A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29454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FB7A2E-6EBC-E126-DE95-B62E4021DC9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28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Nature of Business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05F414-4684-5C94-B59E-1B3964620F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43309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1F0AFF-BF55-BE70-7810-49A1ACF5ABC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Major Services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2EB92E-B2D7-9001-CB15-B28C94F90F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056123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Cloud Platform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3243DF-F854-220C-0592-C12039845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837743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Technologies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656F04-D7B5-E651-12B7-54E85705DD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IT leader.</a:t>
            </a:r>
          </a:p>
          <a:p>
            <a:r>
              <a:t>Strong client base.</a:t>
            </a:r>
          </a:p>
          <a:p>
            <a:r>
              <a:t>Recognized for innovation.</a:t>
            </a:r>
          </a:p>
          <a:p>
            <a:r>
              <a:t>Consistent growth.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HCL in India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4CEDD4-F78F-AC32-434C-718814B56D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476312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IN" sz="3700"/>
              <a:t>Competitors &amp; Challenges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FCEFAC0-CDD4-5B99-C96F-E26A774DA4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5158939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Future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A9F105-1D9F-9BFC-72AD-AC9996F029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Why HCL is Best?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025927-5BA8-4DAD-CA76-A4404ED28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54511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0F70CDB-E9E6-E3A2-3B06-BF74582233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4" name="Graphic 23" descr="Handshake">
            <a:extLst>
              <a:ext uri="{FF2B5EF4-FFF2-40B4-BE49-F238E27FC236}">
                <a16:creationId xmlns:a16="http://schemas.microsoft.com/office/drawing/2014/main" id="{65FF9E54-E277-866A-3AFF-E2248523E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336</Words>
  <Application>Microsoft Office PowerPoint</Application>
  <PresentationFormat>On-screen Show (4:3)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HCL: Driving Digital Transformation</vt:lpstr>
      <vt:lpstr>Introduction</vt:lpstr>
      <vt:lpstr>Founders &amp; Leadership</vt:lpstr>
      <vt:lpstr>Company History</vt:lpstr>
      <vt:lpstr>Programming &amp; Technologies</vt:lpstr>
      <vt:lpstr>Mission &amp; Vision</vt:lpstr>
      <vt:lpstr>Nature of Business</vt:lpstr>
      <vt:lpstr>Major Services</vt:lpstr>
      <vt:lpstr>Cloud Platform</vt:lpstr>
      <vt:lpstr>Latest Technologies</vt:lpstr>
      <vt:lpstr>Achievements</vt:lpstr>
      <vt:lpstr>HCL in India</vt:lpstr>
      <vt:lpstr>Competitors &amp; Challenges</vt:lpstr>
      <vt:lpstr>Advantages &amp; Future Scope</vt:lpstr>
      <vt:lpstr>Why HCL is Best?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pooja chaudhary</cp:lastModifiedBy>
  <cp:revision>3</cp:revision>
  <dcterms:created xsi:type="dcterms:W3CDTF">2013-01-27T09:14:16Z</dcterms:created>
  <dcterms:modified xsi:type="dcterms:W3CDTF">2026-03-22T18:53:58Z</dcterms:modified>
  <cp:category/>
</cp:coreProperties>
</file>